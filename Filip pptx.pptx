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Lst>
  <p:sldSz cx="10080625" cy="567055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33" d="100"/>
          <a:sy n="133" d="100"/>
        </p:scale>
        <p:origin x="-564" y="-90"/>
      </p:cViewPr>
      <p:guideLst>
        <p:guide orient="horz" pos="1786"/>
        <p:guide pos="3175"/>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9" name="PlaceHolder 2"/>
          <p:cNvSpPr>
            <a:spLocks noGrp="1"/>
          </p:cNvSpPr>
          <p:nvPr>
            <p:ph type="subTitle"/>
          </p:nvPr>
        </p:nvSpPr>
        <p:spPr>
          <a:xfrm>
            <a:off x="3420000" y="3240000"/>
            <a:ext cx="6300000" cy="1620000"/>
          </a:xfrm>
          <a:prstGeom prst="rect">
            <a:avLst/>
          </a:prstGeom>
          <a:noFill/>
          <a:ln w="0">
            <a:noFill/>
          </a:ln>
        </p:spPr>
        <p:txBody>
          <a:bodyPr lIns="0" tIns="0" rIns="0" bIns="0" anchor="ctr">
            <a:noAutofit/>
          </a:bodyPr>
          <a:lstStyle/>
          <a:p>
            <a:pPr algn="ctr">
              <a:buNone/>
            </a:pPr>
            <a:endParaRPr lang="en-US" sz="2200" b="0" strike="noStrike" spc="-1">
              <a:solidFill>
                <a:srgbClr val="FFFFFF"/>
              </a:solidFill>
              <a:latin typeface="Source Sans Pr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11" name="PlaceHolder 2"/>
          <p:cNvSpPr>
            <a:spLocks noGrp="1"/>
          </p:cNvSpPr>
          <p:nvPr>
            <p:ph/>
          </p:nvPr>
        </p:nvSpPr>
        <p:spPr>
          <a:xfrm>
            <a:off x="3420000" y="3240000"/>
            <a:ext cx="6300000" cy="162000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13" name="PlaceHolder 2"/>
          <p:cNvSpPr>
            <a:spLocks noGrp="1"/>
          </p:cNvSpPr>
          <p:nvPr>
            <p:ph/>
          </p:nvPr>
        </p:nvSpPr>
        <p:spPr>
          <a:xfrm>
            <a:off x="3420000" y="3240000"/>
            <a:ext cx="3074040" cy="162000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14" name="PlaceHolder 3"/>
          <p:cNvSpPr>
            <a:spLocks noGrp="1"/>
          </p:cNvSpPr>
          <p:nvPr>
            <p:ph/>
          </p:nvPr>
        </p:nvSpPr>
        <p:spPr>
          <a:xfrm>
            <a:off x="6648120" y="3240000"/>
            <a:ext cx="3074040" cy="162000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2700000" y="1485000"/>
            <a:ext cx="4680000" cy="7510680"/>
          </a:xfrm>
          <a:prstGeom prst="rect">
            <a:avLst/>
          </a:prstGeom>
          <a:noFill/>
          <a:ln w="0">
            <a:noFill/>
          </a:ln>
        </p:spPr>
        <p:txBody>
          <a:bodyPr lIns="0" tIns="0" rIns="0" bIns="0" anchor="ctr">
            <a:noAutofit/>
          </a:bodyPr>
          <a:lstStyle/>
          <a:p>
            <a:pPr algn="ctr">
              <a:buNone/>
            </a:pPr>
            <a:endParaRPr lang="en-US" sz="2200" b="0" strike="noStrike" spc="-1">
              <a:solidFill>
                <a:srgbClr val="FFFFFF"/>
              </a:solidFill>
              <a:latin typeface="Source Sans Pr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18" name="PlaceHolder 2"/>
          <p:cNvSpPr>
            <a:spLocks noGrp="1"/>
          </p:cNvSpPr>
          <p:nvPr>
            <p:ph/>
          </p:nvPr>
        </p:nvSpPr>
        <p:spPr>
          <a:xfrm>
            <a:off x="3420000" y="324000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19" name="PlaceHolder 3"/>
          <p:cNvSpPr>
            <a:spLocks noGrp="1"/>
          </p:cNvSpPr>
          <p:nvPr>
            <p:ph/>
          </p:nvPr>
        </p:nvSpPr>
        <p:spPr>
          <a:xfrm>
            <a:off x="6648120" y="3240000"/>
            <a:ext cx="3074040" cy="162000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20" name="PlaceHolder 4"/>
          <p:cNvSpPr>
            <a:spLocks noGrp="1"/>
          </p:cNvSpPr>
          <p:nvPr>
            <p:ph/>
          </p:nvPr>
        </p:nvSpPr>
        <p:spPr>
          <a:xfrm>
            <a:off x="3420000" y="408636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22" name="PlaceHolder 2"/>
          <p:cNvSpPr>
            <a:spLocks noGrp="1"/>
          </p:cNvSpPr>
          <p:nvPr>
            <p:ph/>
          </p:nvPr>
        </p:nvSpPr>
        <p:spPr>
          <a:xfrm>
            <a:off x="3420000" y="3240000"/>
            <a:ext cx="3074040" cy="162000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23" name="PlaceHolder 3"/>
          <p:cNvSpPr>
            <a:spLocks noGrp="1"/>
          </p:cNvSpPr>
          <p:nvPr>
            <p:ph/>
          </p:nvPr>
        </p:nvSpPr>
        <p:spPr>
          <a:xfrm>
            <a:off x="6648120" y="324000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24" name="PlaceHolder 4"/>
          <p:cNvSpPr>
            <a:spLocks noGrp="1"/>
          </p:cNvSpPr>
          <p:nvPr>
            <p:ph/>
          </p:nvPr>
        </p:nvSpPr>
        <p:spPr>
          <a:xfrm>
            <a:off x="6648120" y="408636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26" name="PlaceHolder 2"/>
          <p:cNvSpPr>
            <a:spLocks noGrp="1"/>
          </p:cNvSpPr>
          <p:nvPr>
            <p:ph/>
          </p:nvPr>
        </p:nvSpPr>
        <p:spPr>
          <a:xfrm>
            <a:off x="3420000" y="324000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27" name="PlaceHolder 3"/>
          <p:cNvSpPr>
            <a:spLocks noGrp="1"/>
          </p:cNvSpPr>
          <p:nvPr>
            <p:ph/>
          </p:nvPr>
        </p:nvSpPr>
        <p:spPr>
          <a:xfrm>
            <a:off x="6648120" y="324000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28" name="PlaceHolder 4"/>
          <p:cNvSpPr>
            <a:spLocks noGrp="1"/>
          </p:cNvSpPr>
          <p:nvPr>
            <p:ph/>
          </p:nvPr>
        </p:nvSpPr>
        <p:spPr>
          <a:xfrm>
            <a:off x="3420000" y="4086360"/>
            <a:ext cx="630000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30" name="PlaceHolder 2"/>
          <p:cNvSpPr>
            <a:spLocks noGrp="1"/>
          </p:cNvSpPr>
          <p:nvPr>
            <p:ph/>
          </p:nvPr>
        </p:nvSpPr>
        <p:spPr>
          <a:xfrm>
            <a:off x="3420000" y="3240000"/>
            <a:ext cx="630000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31" name="PlaceHolder 3"/>
          <p:cNvSpPr>
            <a:spLocks noGrp="1"/>
          </p:cNvSpPr>
          <p:nvPr>
            <p:ph/>
          </p:nvPr>
        </p:nvSpPr>
        <p:spPr>
          <a:xfrm>
            <a:off x="3420000" y="4086360"/>
            <a:ext cx="630000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33" name="PlaceHolder 2"/>
          <p:cNvSpPr>
            <a:spLocks noGrp="1"/>
          </p:cNvSpPr>
          <p:nvPr>
            <p:ph/>
          </p:nvPr>
        </p:nvSpPr>
        <p:spPr>
          <a:xfrm>
            <a:off x="3420000" y="324000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34" name="PlaceHolder 3"/>
          <p:cNvSpPr>
            <a:spLocks noGrp="1"/>
          </p:cNvSpPr>
          <p:nvPr>
            <p:ph/>
          </p:nvPr>
        </p:nvSpPr>
        <p:spPr>
          <a:xfrm>
            <a:off x="6648120" y="324000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35" name="PlaceHolder 4"/>
          <p:cNvSpPr>
            <a:spLocks noGrp="1"/>
          </p:cNvSpPr>
          <p:nvPr>
            <p:ph/>
          </p:nvPr>
        </p:nvSpPr>
        <p:spPr>
          <a:xfrm>
            <a:off x="3420000" y="408636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36" name="PlaceHolder 5"/>
          <p:cNvSpPr>
            <a:spLocks noGrp="1"/>
          </p:cNvSpPr>
          <p:nvPr>
            <p:ph/>
          </p:nvPr>
        </p:nvSpPr>
        <p:spPr>
          <a:xfrm>
            <a:off x="6648120" y="408636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38" name="PlaceHolder 2"/>
          <p:cNvSpPr>
            <a:spLocks noGrp="1"/>
          </p:cNvSpPr>
          <p:nvPr>
            <p:ph/>
          </p:nvPr>
        </p:nvSpPr>
        <p:spPr>
          <a:xfrm>
            <a:off x="3420000" y="3240000"/>
            <a:ext cx="20282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39" name="PlaceHolder 3"/>
          <p:cNvSpPr>
            <a:spLocks noGrp="1"/>
          </p:cNvSpPr>
          <p:nvPr>
            <p:ph/>
          </p:nvPr>
        </p:nvSpPr>
        <p:spPr>
          <a:xfrm>
            <a:off x="5550120" y="3240000"/>
            <a:ext cx="20282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40" name="PlaceHolder 4"/>
          <p:cNvSpPr>
            <a:spLocks noGrp="1"/>
          </p:cNvSpPr>
          <p:nvPr>
            <p:ph/>
          </p:nvPr>
        </p:nvSpPr>
        <p:spPr>
          <a:xfrm>
            <a:off x="7680240" y="3240000"/>
            <a:ext cx="20282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41" name="PlaceHolder 5"/>
          <p:cNvSpPr>
            <a:spLocks noGrp="1"/>
          </p:cNvSpPr>
          <p:nvPr>
            <p:ph/>
          </p:nvPr>
        </p:nvSpPr>
        <p:spPr>
          <a:xfrm>
            <a:off x="3420000" y="4086360"/>
            <a:ext cx="20282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42" name="PlaceHolder 6"/>
          <p:cNvSpPr>
            <a:spLocks noGrp="1"/>
          </p:cNvSpPr>
          <p:nvPr>
            <p:ph/>
          </p:nvPr>
        </p:nvSpPr>
        <p:spPr>
          <a:xfrm>
            <a:off x="5550120" y="4086360"/>
            <a:ext cx="20282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43" name="PlaceHolder 7"/>
          <p:cNvSpPr>
            <a:spLocks noGrp="1"/>
          </p:cNvSpPr>
          <p:nvPr>
            <p:ph/>
          </p:nvPr>
        </p:nvSpPr>
        <p:spPr>
          <a:xfrm>
            <a:off x="7680240" y="4086360"/>
            <a:ext cx="20282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1"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52" name="PlaceHolder 2"/>
          <p:cNvSpPr>
            <a:spLocks noGrp="1"/>
          </p:cNvSpPr>
          <p:nvPr>
            <p:ph type="subTitle"/>
          </p:nvPr>
        </p:nvSpPr>
        <p:spPr>
          <a:xfrm>
            <a:off x="3420000" y="3240000"/>
            <a:ext cx="6300000" cy="1620000"/>
          </a:xfrm>
          <a:prstGeom prst="rect">
            <a:avLst/>
          </a:prstGeom>
          <a:noFill/>
          <a:ln w="0">
            <a:noFill/>
          </a:ln>
        </p:spPr>
        <p:txBody>
          <a:bodyPr lIns="0" tIns="0" rIns="0" bIns="0" anchor="ctr">
            <a:noAutofit/>
          </a:bodyPr>
          <a:lstStyle/>
          <a:p>
            <a:pPr algn="ctr">
              <a:buNone/>
            </a:pPr>
            <a:endParaRPr lang="en-US" sz="2200" b="0" strike="noStrike" spc="-1">
              <a:solidFill>
                <a:srgbClr val="FFFFFF"/>
              </a:solidFill>
              <a:latin typeface="Source Sans Pr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54" name="PlaceHolder 2"/>
          <p:cNvSpPr>
            <a:spLocks noGrp="1"/>
          </p:cNvSpPr>
          <p:nvPr>
            <p:ph/>
          </p:nvPr>
        </p:nvSpPr>
        <p:spPr>
          <a:xfrm>
            <a:off x="3420000" y="3240000"/>
            <a:ext cx="6300000" cy="162000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56" name="PlaceHolder 2"/>
          <p:cNvSpPr>
            <a:spLocks noGrp="1"/>
          </p:cNvSpPr>
          <p:nvPr>
            <p:ph/>
          </p:nvPr>
        </p:nvSpPr>
        <p:spPr>
          <a:xfrm>
            <a:off x="3420000" y="3240000"/>
            <a:ext cx="3074040" cy="162000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57" name="PlaceHolder 3"/>
          <p:cNvSpPr>
            <a:spLocks noGrp="1"/>
          </p:cNvSpPr>
          <p:nvPr>
            <p:ph/>
          </p:nvPr>
        </p:nvSpPr>
        <p:spPr>
          <a:xfrm>
            <a:off x="6648120" y="3240000"/>
            <a:ext cx="3074040" cy="162000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9" name="PlaceHolder 1"/>
          <p:cNvSpPr>
            <a:spLocks noGrp="1"/>
          </p:cNvSpPr>
          <p:nvPr>
            <p:ph type="subTitle"/>
          </p:nvPr>
        </p:nvSpPr>
        <p:spPr>
          <a:xfrm>
            <a:off x="2700000" y="1485000"/>
            <a:ext cx="4680000" cy="7510680"/>
          </a:xfrm>
          <a:prstGeom prst="rect">
            <a:avLst/>
          </a:prstGeom>
          <a:noFill/>
          <a:ln w="0">
            <a:noFill/>
          </a:ln>
        </p:spPr>
        <p:txBody>
          <a:bodyPr lIns="0" tIns="0" rIns="0" bIns="0" anchor="ctr">
            <a:noAutofit/>
          </a:bodyPr>
          <a:lstStyle/>
          <a:p>
            <a:pPr algn="ctr">
              <a:buNone/>
            </a:pPr>
            <a:endParaRPr lang="en-US" sz="2200" b="0" strike="noStrike" spc="-1">
              <a:solidFill>
                <a:srgbClr val="FFFFFF"/>
              </a:solidFill>
              <a:latin typeface="Source Sans Pr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61" name="PlaceHolder 2"/>
          <p:cNvSpPr>
            <a:spLocks noGrp="1"/>
          </p:cNvSpPr>
          <p:nvPr>
            <p:ph/>
          </p:nvPr>
        </p:nvSpPr>
        <p:spPr>
          <a:xfrm>
            <a:off x="3420000" y="324000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62" name="PlaceHolder 3"/>
          <p:cNvSpPr>
            <a:spLocks noGrp="1"/>
          </p:cNvSpPr>
          <p:nvPr>
            <p:ph/>
          </p:nvPr>
        </p:nvSpPr>
        <p:spPr>
          <a:xfrm>
            <a:off x="6648120" y="3240000"/>
            <a:ext cx="3074040" cy="162000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63" name="PlaceHolder 4"/>
          <p:cNvSpPr>
            <a:spLocks noGrp="1"/>
          </p:cNvSpPr>
          <p:nvPr>
            <p:ph/>
          </p:nvPr>
        </p:nvSpPr>
        <p:spPr>
          <a:xfrm>
            <a:off x="3420000" y="408636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65" name="PlaceHolder 2"/>
          <p:cNvSpPr>
            <a:spLocks noGrp="1"/>
          </p:cNvSpPr>
          <p:nvPr>
            <p:ph/>
          </p:nvPr>
        </p:nvSpPr>
        <p:spPr>
          <a:xfrm>
            <a:off x="3420000" y="3240000"/>
            <a:ext cx="3074040" cy="162000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66" name="PlaceHolder 3"/>
          <p:cNvSpPr>
            <a:spLocks noGrp="1"/>
          </p:cNvSpPr>
          <p:nvPr>
            <p:ph/>
          </p:nvPr>
        </p:nvSpPr>
        <p:spPr>
          <a:xfrm>
            <a:off x="6648120" y="324000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67" name="PlaceHolder 4"/>
          <p:cNvSpPr>
            <a:spLocks noGrp="1"/>
          </p:cNvSpPr>
          <p:nvPr>
            <p:ph/>
          </p:nvPr>
        </p:nvSpPr>
        <p:spPr>
          <a:xfrm>
            <a:off x="6648120" y="408636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69" name="PlaceHolder 2"/>
          <p:cNvSpPr>
            <a:spLocks noGrp="1"/>
          </p:cNvSpPr>
          <p:nvPr>
            <p:ph/>
          </p:nvPr>
        </p:nvSpPr>
        <p:spPr>
          <a:xfrm>
            <a:off x="3420000" y="324000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70" name="PlaceHolder 3"/>
          <p:cNvSpPr>
            <a:spLocks noGrp="1"/>
          </p:cNvSpPr>
          <p:nvPr>
            <p:ph/>
          </p:nvPr>
        </p:nvSpPr>
        <p:spPr>
          <a:xfrm>
            <a:off x="6648120" y="324000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71" name="PlaceHolder 4"/>
          <p:cNvSpPr>
            <a:spLocks noGrp="1"/>
          </p:cNvSpPr>
          <p:nvPr>
            <p:ph/>
          </p:nvPr>
        </p:nvSpPr>
        <p:spPr>
          <a:xfrm>
            <a:off x="3420000" y="4086360"/>
            <a:ext cx="630000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73" name="PlaceHolder 2"/>
          <p:cNvSpPr>
            <a:spLocks noGrp="1"/>
          </p:cNvSpPr>
          <p:nvPr>
            <p:ph/>
          </p:nvPr>
        </p:nvSpPr>
        <p:spPr>
          <a:xfrm>
            <a:off x="3420000" y="3240000"/>
            <a:ext cx="630000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74" name="PlaceHolder 3"/>
          <p:cNvSpPr>
            <a:spLocks noGrp="1"/>
          </p:cNvSpPr>
          <p:nvPr>
            <p:ph/>
          </p:nvPr>
        </p:nvSpPr>
        <p:spPr>
          <a:xfrm>
            <a:off x="3420000" y="4086360"/>
            <a:ext cx="630000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76" name="PlaceHolder 2"/>
          <p:cNvSpPr>
            <a:spLocks noGrp="1"/>
          </p:cNvSpPr>
          <p:nvPr>
            <p:ph/>
          </p:nvPr>
        </p:nvSpPr>
        <p:spPr>
          <a:xfrm>
            <a:off x="3420000" y="324000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77" name="PlaceHolder 3"/>
          <p:cNvSpPr>
            <a:spLocks noGrp="1"/>
          </p:cNvSpPr>
          <p:nvPr>
            <p:ph/>
          </p:nvPr>
        </p:nvSpPr>
        <p:spPr>
          <a:xfrm>
            <a:off x="6648120" y="324000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78" name="PlaceHolder 4"/>
          <p:cNvSpPr>
            <a:spLocks noGrp="1"/>
          </p:cNvSpPr>
          <p:nvPr>
            <p:ph/>
          </p:nvPr>
        </p:nvSpPr>
        <p:spPr>
          <a:xfrm>
            <a:off x="3420000" y="408636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79" name="PlaceHolder 5"/>
          <p:cNvSpPr>
            <a:spLocks noGrp="1"/>
          </p:cNvSpPr>
          <p:nvPr>
            <p:ph/>
          </p:nvPr>
        </p:nvSpPr>
        <p:spPr>
          <a:xfrm>
            <a:off x="6648120" y="408636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81" name="PlaceHolder 2"/>
          <p:cNvSpPr>
            <a:spLocks noGrp="1"/>
          </p:cNvSpPr>
          <p:nvPr>
            <p:ph/>
          </p:nvPr>
        </p:nvSpPr>
        <p:spPr>
          <a:xfrm>
            <a:off x="3420000" y="3240000"/>
            <a:ext cx="20282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82" name="PlaceHolder 3"/>
          <p:cNvSpPr>
            <a:spLocks noGrp="1"/>
          </p:cNvSpPr>
          <p:nvPr>
            <p:ph/>
          </p:nvPr>
        </p:nvSpPr>
        <p:spPr>
          <a:xfrm>
            <a:off x="5550120" y="3240000"/>
            <a:ext cx="20282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83" name="PlaceHolder 4"/>
          <p:cNvSpPr>
            <a:spLocks noGrp="1"/>
          </p:cNvSpPr>
          <p:nvPr>
            <p:ph/>
          </p:nvPr>
        </p:nvSpPr>
        <p:spPr>
          <a:xfrm>
            <a:off x="7680240" y="3240000"/>
            <a:ext cx="20282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84" name="PlaceHolder 5"/>
          <p:cNvSpPr>
            <a:spLocks noGrp="1"/>
          </p:cNvSpPr>
          <p:nvPr>
            <p:ph/>
          </p:nvPr>
        </p:nvSpPr>
        <p:spPr>
          <a:xfrm>
            <a:off x="3420000" y="4086360"/>
            <a:ext cx="20282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85" name="PlaceHolder 6"/>
          <p:cNvSpPr>
            <a:spLocks noGrp="1"/>
          </p:cNvSpPr>
          <p:nvPr>
            <p:ph/>
          </p:nvPr>
        </p:nvSpPr>
        <p:spPr>
          <a:xfrm>
            <a:off x="5550120" y="4086360"/>
            <a:ext cx="20282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86" name="PlaceHolder 7"/>
          <p:cNvSpPr>
            <a:spLocks noGrp="1"/>
          </p:cNvSpPr>
          <p:nvPr>
            <p:ph/>
          </p:nvPr>
        </p:nvSpPr>
        <p:spPr>
          <a:xfrm>
            <a:off x="7680240" y="4086360"/>
            <a:ext cx="20282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4"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95" name="PlaceHolder 2"/>
          <p:cNvSpPr>
            <a:spLocks noGrp="1"/>
          </p:cNvSpPr>
          <p:nvPr>
            <p:ph type="subTitle"/>
          </p:nvPr>
        </p:nvSpPr>
        <p:spPr>
          <a:xfrm>
            <a:off x="3420000" y="3240000"/>
            <a:ext cx="6300000" cy="1620000"/>
          </a:xfrm>
          <a:prstGeom prst="rect">
            <a:avLst/>
          </a:prstGeom>
          <a:noFill/>
          <a:ln w="0">
            <a:noFill/>
          </a:ln>
        </p:spPr>
        <p:txBody>
          <a:bodyPr lIns="0" tIns="0" rIns="0" bIns="0" anchor="ctr">
            <a:noAutofit/>
          </a:bodyPr>
          <a:lstStyle/>
          <a:p>
            <a:pPr algn="ctr">
              <a:buNone/>
            </a:pPr>
            <a:endParaRPr lang="en-US" sz="2200" b="0" strike="noStrike" spc="-1">
              <a:solidFill>
                <a:srgbClr val="FFFFFF"/>
              </a:solidFill>
              <a:latin typeface="Source Sans Pro"/>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97" name="PlaceHolder 2"/>
          <p:cNvSpPr>
            <a:spLocks noGrp="1"/>
          </p:cNvSpPr>
          <p:nvPr>
            <p:ph/>
          </p:nvPr>
        </p:nvSpPr>
        <p:spPr>
          <a:xfrm>
            <a:off x="3420000" y="3240000"/>
            <a:ext cx="6300000" cy="162000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99" name="PlaceHolder 2"/>
          <p:cNvSpPr>
            <a:spLocks noGrp="1"/>
          </p:cNvSpPr>
          <p:nvPr>
            <p:ph/>
          </p:nvPr>
        </p:nvSpPr>
        <p:spPr>
          <a:xfrm>
            <a:off x="3420000" y="3240000"/>
            <a:ext cx="3074040" cy="162000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100" name="PlaceHolder 3"/>
          <p:cNvSpPr>
            <a:spLocks noGrp="1"/>
          </p:cNvSpPr>
          <p:nvPr>
            <p:ph/>
          </p:nvPr>
        </p:nvSpPr>
        <p:spPr>
          <a:xfrm>
            <a:off x="6648120" y="3240000"/>
            <a:ext cx="3074040" cy="162000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1"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2" name="PlaceHolder 1"/>
          <p:cNvSpPr>
            <a:spLocks noGrp="1"/>
          </p:cNvSpPr>
          <p:nvPr>
            <p:ph type="subTitle"/>
          </p:nvPr>
        </p:nvSpPr>
        <p:spPr>
          <a:xfrm>
            <a:off x="2700000" y="1485000"/>
            <a:ext cx="4680000" cy="7510680"/>
          </a:xfrm>
          <a:prstGeom prst="rect">
            <a:avLst/>
          </a:prstGeom>
          <a:noFill/>
          <a:ln w="0">
            <a:noFill/>
          </a:ln>
        </p:spPr>
        <p:txBody>
          <a:bodyPr lIns="0" tIns="0" rIns="0" bIns="0" anchor="ctr">
            <a:noAutofit/>
          </a:bodyPr>
          <a:lstStyle/>
          <a:p>
            <a:pPr algn="ctr">
              <a:buNone/>
            </a:pPr>
            <a:endParaRPr lang="en-US" sz="2200" b="0" strike="noStrike" spc="-1">
              <a:solidFill>
                <a:srgbClr val="FFFFFF"/>
              </a:solidFill>
              <a:latin typeface="Source Sans Pro"/>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104" name="PlaceHolder 2"/>
          <p:cNvSpPr>
            <a:spLocks noGrp="1"/>
          </p:cNvSpPr>
          <p:nvPr>
            <p:ph/>
          </p:nvPr>
        </p:nvSpPr>
        <p:spPr>
          <a:xfrm>
            <a:off x="3420000" y="324000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105" name="PlaceHolder 3"/>
          <p:cNvSpPr>
            <a:spLocks noGrp="1"/>
          </p:cNvSpPr>
          <p:nvPr>
            <p:ph/>
          </p:nvPr>
        </p:nvSpPr>
        <p:spPr>
          <a:xfrm>
            <a:off x="6648120" y="3240000"/>
            <a:ext cx="3074040" cy="162000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106" name="PlaceHolder 4"/>
          <p:cNvSpPr>
            <a:spLocks noGrp="1"/>
          </p:cNvSpPr>
          <p:nvPr>
            <p:ph/>
          </p:nvPr>
        </p:nvSpPr>
        <p:spPr>
          <a:xfrm>
            <a:off x="3420000" y="408636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108" name="PlaceHolder 2"/>
          <p:cNvSpPr>
            <a:spLocks noGrp="1"/>
          </p:cNvSpPr>
          <p:nvPr>
            <p:ph/>
          </p:nvPr>
        </p:nvSpPr>
        <p:spPr>
          <a:xfrm>
            <a:off x="3420000" y="3240000"/>
            <a:ext cx="3074040" cy="162000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109" name="PlaceHolder 3"/>
          <p:cNvSpPr>
            <a:spLocks noGrp="1"/>
          </p:cNvSpPr>
          <p:nvPr>
            <p:ph/>
          </p:nvPr>
        </p:nvSpPr>
        <p:spPr>
          <a:xfrm>
            <a:off x="6648120" y="324000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110" name="PlaceHolder 4"/>
          <p:cNvSpPr>
            <a:spLocks noGrp="1"/>
          </p:cNvSpPr>
          <p:nvPr>
            <p:ph/>
          </p:nvPr>
        </p:nvSpPr>
        <p:spPr>
          <a:xfrm>
            <a:off x="6648120" y="408636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112" name="PlaceHolder 2"/>
          <p:cNvSpPr>
            <a:spLocks noGrp="1"/>
          </p:cNvSpPr>
          <p:nvPr>
            <p:ph/>
          </p:nvPr>
        </p:nvSpPr>
        <p:spPr>
          <a:xfrm>
            <a:off x="3420000" y="324000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113" name="PlaceHolder 3"/>
          <p:cNvSpPr>
            <a:spLocks noGrp="1"/>
          </p:cNvSpPr>
          <p:nvPr>
            <p:ph/>
          </p:nvPr>
        </p:nvSpPr>
        <p:spPr>
          <a:xfrm>
            <a:off x="6648120" y="324000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114" name="PlaceHolder 4"/>
          <p:cNvSpPr>
            <a:spLocks noGrp="1"/>
          </p:cNvSpPr>
          <p:nvPr>
            <p:ph/>
          </p:nvPr>
        </p:nvSpPr>
        <p:spPr>
          <a:xfrm>
            <a:off x="3420000" y="4086360"/>
            <a:ext cx="630000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116" name="PlaceHolder 2"/>
          <p:cNvSpPr>
            <a:spLocks noGrp="1"/>
          </p:cNvSpPr>
          <p:nvPr>
            <p:ph/>
          </p:nvPr>
        </p:nvSpPr>
        <p:spPr>
          <a:xfrm>
            <a:off x="3420000" y="3240000"/>
            <a:ext cx="630000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117" name="PlaceHolder 3"/>
          <p:cNvSpPr>
            <a:spLocks noGrp="1"/>
          </p:cNvSpPr>
          <p:nvPr>
            <p:ph/>
          </p:nvPr>
        </p:nvSpPr>
        <p:spPr>
          <a:xfrm>
            <a:off x="3420000" y="4086360"/>
            <a:ext cx="630000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119" name="PlaceHolder 2"/>
          <p:cNvSpPr>
            <a:spLocks noGrp="1"/>
          </p:cNvSpPr>
          <p:nvPr>
            <p:ph/>
          </p:nvPr>
        </p:nvSpPr>
        <p:spPr>
          <a:xfrm>
            <a:off x="3420000" y="324000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120" name="PlaceHolder 3"/>
          <p:cNvSpPr>
            <a:spLocks noGrp="1"/>
          </p:cNvSpPr>
          <p:nvPr>
            <p:ph/>
          </p:nvPr>
        </p:nvSpPr>
        <p:spPr>
          <a:xfrm>
            <a:off x="6648120" y="324000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121" name="PlaceHolder 4"/>
          <p:cNvSpPr>
            <a:spLocks noGrp="1"/>
          </p:cNvSpPr>
          <p:nvPr>
            <p:ph/>
          </p:nvPr>
        </p:nvSpPr>
        <p:spPr>
          <a:xfrm>
            <a:off x="3420000" y="408636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122" name="PlaceHolder 5"/>
          <p:cNvSpPr>
            <a:spLocks noGrp="1"/>
          </p:cNvSpPr>
          <p:nvPr>
            <p:ph/>
          </p:nvPr>
        </p:nvSpPr>
        <p:spPr>
          <a:xfrm>
            <a:off x="6648120" y="4086360"/>
            <a:ext cx="30740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endParaRPr lang="en-US" sz="2700" b="1" strike="noStrike" spc="-1">
              <a:solidFill>
                <a:srgbClr val="2C3E50"/>
              </a:solidFill>
              <a:latin typeface="Source Sans Pro Black"/>
            </a:endParaRPr>
          </a:p>
        </p:txBody>
      </p:sp>
      <p:sp>
        <p:nvSpPr>
          <p:cNvPr id="124" name="PlaceHolder 2"/>
          <p:cNvSpPr>
            <a:spLocks noGrp="1"/>
          </p:cNvSpPr>
          <p:nvPr>
            <p:ph/>
          </p:nvPr>
        </p:nvSpPr>
        <p:spPr>
          <a:xfrm>
            <a:off x="3420000" y="3240000"/>
            <a:ext cx="20282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125" name="PlaceHolder 3"/>
          <p:cNvSpPr>
            <a:spLocks noGrp="1"/>
          </p:cNvSpPr>
          <p:nvPr>
            <p:ph/>
          </p:nvPr>
        </p:nvSpPr>
        <p:spPr>
          <a:xfrm>
            <a:off x="5550120" y="3240000"/>
            <a:ext cx="20282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126" name="PlaceHolder 4"/>
          <p:cNvSpPr>
            <a:spLocks noGrp="1"/>
          </p:cNvSpPr>
          <p:nvPr>
            <p:ph/>
          </p:nvPr>
        </p:nvSpPr>
        <p:spPr>
          <a:xfrm>
            <a:off x="7680240" y="3240000"/>
            <a:ext cx="20282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127" name="PlaceHolder 5"/>
          <p:cNvSpPr>
            <a:spLocks noGrp="1"/>
          </p:cNvSpPr>
          <p:nvPr>
            <p:ph/>
          </p:nvPr>
        </p:nvSpPr>
        <p:spPr>
          <a:xfrm>
            <a:off x="3420000" y="4086360"/>
            <a:ext cx="20282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128" name="PlaceHolder 6"/>
          <p:cNvSpPr>
            <a:spLocks noGrp="1"/>
          </p:cNvSpPr>
          <p:nvPr>
            <p:ph/>
          </p:nvPr>
        </p:nvSpPr>
        <p:spPr>
          <a:xfrm>
            <a:off x="5550120" y="4086360"/>
            <a:ext cx="20282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
        <p:nvSpPr>
          <p:cNvPr id="129" name="PlaceHolder 7"/>
          <p:cNvSpPr>
            <a:spLocks noGrp="1"/>
          </p:cNvSpPr>
          <p:nvPr>
            <p:ph/>
          </p:nvPr>
        </p:nvSpPr>
        <p:spPr>
          <a:xfrm>
            <a:off x="7680240" y="4086360"/>
            <a:ext cx="2028240" cy="772560"/>
          </a:xfrm>
          <a:prstGeom prst="rect">
            <a:avLst/>
          </a:prstGeom>
          <a:noFill/>
          <a:ln w="0">
            <a:noFill/>
          </a:ln>
        </p:spPr>
        <p:txBody>
          <a:bodyPr lIns="0" tIns="0" rIns="0" bIns="0" anchor="t">
            <a:normAutofit/>
          </a:bodyPr>
          <a:lstStyle/>
          <a:p>
            <a:endParaRPr lang="en-US" sz="1500" b="0" strike="noStrike" spc="-1">
              <a:solidFill>
                <a:srgbClr val="FFFFFF"/>
              </a:solidFill>
              <a:latin typeface="Source Sans Pro"/>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294967295"/>
          <p:cNvSpPr/>
          <p:nvPr/>
        </p:nvSpPr>
        <p:spPr>
          <a:xfrm>
            <a:off x="0" y="5400000"/>
            <a:ext cx="10080000" cy="270000"/>
          </a:xfrm>
          <a:prstGeom prst="rect">
            <a:avLst/>
          </a:prstGeom>
          <a:solidFill>
            <a:srgbClr val="2C3E50"/>
          </a:solidFill>
          <a:ln w="10800">
            <a:noFill/>
          </a:ln>
        </p:spPr>
        <p:style>
          <a:lnRef idx="0">
            <a:scrgbClr r="0" g="0" b="0"/>
          </a:lnRef>
          <a:fillRef idx="0">
            <a:scrgbClr r="0" g="0" b="0"/>
          </a:fillRef>
          <a:effectRef idx="0">
            <a:scrgbClr r="0" g="0" b="0"/>
          </a:effectRef>
          <a:fontRef idx="minor"/>
        </p:style>
      </p:sp>
      <p:sp>
        <p:nvSpPr>
          <p:cNvPr id="9" name="Rectangle 4294967295"/>
          <p:cNvSpPr/>
          <p:nvPr/>
        </p:nvSpPr>
        <p:spPr>
          <a:xfrm>
            <a:off x="0" y="0"/>
            <a:ext cx="10080000" cy="1215000"/>
          </a:xfrm>
          <a:prstGeom prst="rect">
            <a:avLst/>
          </a:prstGeom>
          <a:solidFill>
            <a:srgbClr val="2C3E50"/>
          </a:solidFill>
          <a:ln w="10800">
            <a:noFill/>
          </a:ln>
        </p:spPr>
        <p:style>
          <a:lnRef idx="0">
            <a:scrgbClr r="0" g="0" b="0"/>
          </a:lnRef>
          <a:fillRef idx="0">
            <a:scrgbClr r="0" g="0" b="0"/>
          </a:fillRef>
          <a:effectRef idx="0">
            <a:scrgbClr r="0" g="0" b="0"/>
          </a:effectRef>
          <a:fontRef idx="minor"/>
        </p:style>
      </p:sp>
      <p:sp>
        <p:nvSpPr>
          <p:cNvPr id="2"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Click to edit the title text format</a:t>
            </a:r>
          </a:p>
        </p:txBody>
      </p:sp>
      <p:sp>
        <p:nvSpPr>
          <p:cNvPr id="3" name="PlaceHolder 2"/>
          <p:cNvSpPr>
            <a:spLocks noGrp="1"/>
          </p:cNvSpPr>
          <p:nvPr>
            <p:ph type="body"/>
          </p:nvPr>
        </p:nvSpPr>
        <p:spPr>
          <a:xfrm>
            <a:off x="360000" y="1485000"/>
            <a:ext cx="9360000" cy="3780000"/>
          </a:xfrm>
          <a:prstGeom prst="rect">
            <a:avLst/>
          </a:prstGeom>
          <a:noFill/>
          <a:ln w="0">
            <a:noFill/>
          </a:ln>
        </p:spPr>
        <p:txBody>
          <a:bodyPr lIns="0" tIns="0" rIns="0" bIns="0" anchor="t">
            <a:normAutofit/>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Click to edit the outline text format</a:t>
            </a:r>
          </a:p>
          <a:p>
            <a:pPr marL="864000" lvl="1" indent="-324000">
              <a:spcAft>
                <a:spcPts val="850"/>
              </a:spcAft>
              <a:buClr>
                <a:srgbClr val="2C3E50"/>
              </a:buClr>
              <a:buSzPct val="75000"/>
              <a:buFont typeface="Symbol" charset="2"/>
              <a:buChar char=""/>
            </a:pPr>
            <a:r>
              <a:rPr lang="en-US" sz="2100" b="0" strike="noStrike" spc="-1">
                <a:solidFill>
                  <a:srgbClr val="2C3E50"/>
                </a:solidFill>
                <a:latin typeface="Source Sans Pro"/>
              </a:rPr>
              <a:t>Second Outline Level</a:t>
            </a:r>
          </a:p>
          <a:p>
            <a:pPr marL="1296000" lvl="2" indent="-288000">
              <a:spcAft>
                <a:spcPts val="635"/>
              </a:spcAft>
              <a:buClr>
                <a:srgbClr val="2C3E50"/>
              </a:buClr>
              <a:buSzPct val="45000"/>
              <a:buFont typeface="Wingdings" charset="2"/>
              <a:buChar char=""/>
            </a:pPr>
            <a:r>
              <a:rPr lang="en-US" sz="1800" b="0" strike="noStrike" spc="-1">
                <a:solidFill>
                  <a:srgbClr val="2C3E50"/>
                </a:solidFill>
                <a:latin typeface="Source Sans Pro"/>
              </a:rPr>
              <a:t>Third Outline Level</a:t>
            </a:r>
          </a:p>
          <a:p>
            <a:pPr marL="1728000" lvl="3" indent="-216000">
              <a:spcAft>
                <a:spcPts val="425"/>
              </a:spcAft>
              <a:buClr>
                <a:srgbClr val="2C3E50"/>
              </a:buClr>
              <a:buSzPct val="75000"/>
              <a:buFont typeface="Symbol" charset="2"/>
              <a:buChar char=""/>
            </a:pPr>
            <a:r>
              <a:rPr lang="en-US" sz="1500" b="0" strike="noStrike" spc="-1">
                <a:solidFill>
                  <a:srgbClr val="2C3E50"/>
                </a:solidFill>
                <a:latin typeface="Source Sans Pro"/>
              </a:rPr>
              <a:t>Fourth Outline Level</a:t>
            </a:r>
          </a:p>
          <a:p>
            <a:pPr marL="2160000" lvl="4" indent="-216000">
              <a:spcAft>
                <a:spcPts val="213"/>
              </a:spcAft>
              <a:buClr>
                <a:srgbClr val="2C3E50"/>
              </a:buClr>
              <a:buSzPct val="45000"/>
              <a:buFont typeface="Wingdings" charset="2"/>
              <a:buChar char=""/>
            </a:pPr>
            <a:r>
              <a:rPr lang="en-US" sz="1500" b="0" strike="noStrike" spc="-1">
                <a:solidFill>
                  <a:srgbClr val="2C3E50"/>
                </a:solidFill>
                <a:latin typeface="Source Sans Pro"/>
              </a:rPr>
              <a:t>Fifth Outline Level</a:t>
            </a:r>
          </a:p>
          <a:p>
            <a:pPr marL="2592000" lvl="5" indent="-216000">
              <a:spcAft>
                <a:spcPts val="213"/>
              </a:spcAft>
              <a:buClr>
                <a:srgbClr val="2C3E50"/>
              </a:buClr>
              <a:buSzPct val="45000"/>
              <a:buFont typeface="Wingdings" charset="2"/>
              <a:buChar char=""/>
            </a:pPr>
            <a:r>
              <a:rPr lang="en-US" sz="1500" b="0" strike="noStrike" spc="-1">
                <a:solidFill>
                  <a:srgbClr val="2C3E50"/>
                </a:solidFill>
                <a:latin typeface="Source Sans Pro"/>
              </a:rPr>
              <a:t>Sixth Outline Level</a:t>
            </a:r>
          </a:p>
          <a:p>
            <a:pPr marL="3024000" lvl="6" indent="-216000">
              <a:spcAft>
                <a:spcPts val="213"/>
              </a:spcAft>
              <a:buClr>
                <a:srgbClr val="2C3E50"/>
              </a:buClr>
              <a:buSzPct val="45000"/>
              <a:buFont typeface="Wingdings" charset="2"/>
              <a:buChar char=""/>
            </a:pPr>
            <a:r>
              <a:rPr lang="en-US" sz="1500" b="0" strike="noStrike" spc="-1">
                <a:solidFill>
                  <a:srgbClr val="2C3E50"/>
                </a:solidFill>
                <a:latin typeface="Source Sans Pro"/>
              </a:rPr>
              <a:t>Seventh Outline Level</a:t>
            </a:r>
          </a:p>
        </p:txBody>
      </p:sp>
      <p:sp>
        <p:nvSpPr>
          <p:cNvPr id="4" name="PlaceHolder 3"/>
          <p:cNvSpPr>
            <a:spLocks noGrp="1"/>
          </p:cNvSpPr>
          <p:nvPr>
            <p:ph type="dt"/>
          </p:nvPr>
        </p:nvSpPr>
        <p:spPr>
          <a:xfrm>
            <a:off x="360000" y="5400000"/>
            <a:ext cx="2880000" cy="270000"/>
          </a:xfrm>
          <a:prstGeom prst="rect">
            <a:avLst/>
          </a:prstGeom>
          <a:noFill/>
          <a:ln w="72000">
            <a:noFill/>
          </a:ln>
        </p:spPr>
        <p:txBody>
          <a:bodyPr lIns="0" tIns="0" rIns="0" bIns="0" anchor="t">
            <a:noAutofit/>
          </a:bodyPr>
          <a:lstStyle/>
          <a:p>
            <a:r>
              <a:rPr lang="en-US" sz="1800" b="1" strike="noStrike" spc="-1">
                <a:solidFill>
                  <a:srgbClr val="FFFFFF"/>
                </a:solidFill>
                <a:latin typeface="Source Sans Pro Black"/>
              </a:rPr>
              <a:t>&lt;date/time&gt;</a:t>
            </a:r>
          </a:p>
        </p:txBody>
      </p:sp>
      <p:sp>
        <p:nvSpPr>
          <p:cNvPr id="5" name="PlaceHolder 4"/>
          <p:cNvSpPr>
            <a:spLocks noGrp="1"/>
          </p:cNvSpPr>
          <p:nvPr>
            <p:ph type="ftr"/>
          </p:nvPr>
        </p:nvSpPr>
        <p:spPr>
          <a:xfrm>
            <a:off x="3420000" y="5400000"/>
            <a:ext cx="3240000" cy="270000"/>
          </a:xfrm>
          <a:prstGeom prst="rect">
            <a:avLst/>
          </a:prstGeom>
          <a:noFill/>
          <a:ln w="72000">
            <a:noFill/>
          </a:ln>
        </p:spPr>
        <p:txBody>
          <a:bodyPr lIns="0" tIns="0" rIns="0" bIns="0" anchor="t">
            <a:noAutofit/>
          </a:bodyPr>
          <a:lstStyle/>
          <a:p>
            <a:pPr algn="ctr">
              <a:buNone/>
            </a:pPr>
            <a:r>
              <a:rPr lang="en-US" sz="1800" b="1" strike="noStrike" spc="-1">
                <a:solidFill>
                  <a:srgbClr val="FFFFFF"/>
                </a:solidFill>
                <a:latin typeface="Source Sans Pro Black"/>
              </a:rPr>
              <a:t>&lt;footer&gt;</a:t>
            </a:r>
          </a:p>
        </p:txBody>
      </p:sp>
      <p:sp>
        <p:nvSpPr>
          <p:cNvPr id="6" name="Oval 5"/>
          <p:cNvSpPr/>
          <p:nvPr/>
        </p:nvSpPr>
        <p:spPr>
          <a:xfrm>
            <a:off x="9315000" y="5175000"/>
            <a:ext cx="450000" cy="450000"/>
          </a:xfrm>
          <a:prstGeom prst="ellipse">
            <a:avLst/>
          </a:prstGeom>
          <a:solidFill>
            <a:srgbClr val="1ABC9C"/>
          </a:solidFill>
          <a:ln w="10800">
            <a:solidFill>
              <a:srgbClr val="1ABC9C"/>
            </a:solidFill>
            <a:round/>
          </a:ln>
        </p:spPr>
        <p:style>
          <a:lnRef idx="0">
            <a:scrgbClr r="0" g="0" b="0"/>
          </a:lnRef>
          <a:fillRef idx="0">
            <a:scrgbClr r="0" g="0" b="0"/>
          </a:fillRef>
          <a:effectRef idx="0">
            <a:scrgbClr r="0" g="0" b="0"/>
          </a:effectRef>
          <a:fontRef idx="minor"/>
        </p:style>
      </p:sp>
      <p:sp>
        <p:nvSpPr>
          <p:cNvPr id="7" name="TextBox 6"/>
          <p:cNvSpPr txBox="1"/>
          <p:nvPr/>
        </p:nvSpPr>
        <p:spPr>
          <a:xfrm>
            <a:off x="9180000" y="5130000"/>
            <a:ext cx="720000" cy="540000"/>
          </a:xfrm>
          <a:prstGeom prst="rect">
            <a:avLst/>
          </a:prstGeom>
          <a:noFill/>
          <a:ln w="72000">
            <a:noFill/>
          </a:ln>
        </p:spPr>
        <p:txBody>
          <a:bodyPr lIns="0" tIns="0" rIns="0" bIns="0" anchor="ctr">
            <a:noAutofit/>
          </a:bodyPr>
          <a:lstStyle/>
          <a:p>
            <a:pPr algn="ctr">
              <a:buNone/>
            </a:pPr>
            <a:fld id="{152BA0D3-DDEF-4F0D-8DC5-446DCD631DE0}" type="slidenum">
              <a:rPr lang="en-US" sz="1800" b="1" strike="noStrike" spc="-1">
                <a:solidFill>
                  <a:srgbClr val="FFFFFF"/>
                </a:solidFill>
                <a:latin typeface="Source Sans Pro Black"/>
              </a:rPr>
              <a:pPr algn="ctr">
                <a:buNone/>
              </a:pPr>
              <a:t>‹#›</a:t>
            </a:fld>
            <a:endParaRPr lang="en-US" sz="1800" b="1" strike="noStrike" spc="-1">
              <a:solidFill>
                <a:srgbClr val="FFFFFF"/>
              </a:solidFill>
              <a:latin typeface="Source Sans Pro Black"/>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p:cNvSpPr/>
          <p:nvPr/>
        </p:nvSpPr>
        <p:spPr>
          <a:xfrm>
            <a:off x="0" y="0"/>
            <a:ext cx="10080000" cy="5670000"/>
          </a:xfrm>
          <a:prstGeom prst="rect">
            <a:avLst/>
          </a:prstGeom>
          <a:solidFill>
            <a:srgbClr val="2C3E50"/>
          </a:solidFill>
          <a:ln w="10800">
            <a:noFill/>
          </a:ln>
        </p:spPr>
        <p:style>
          <a:lnRef idx="0">
            <a:scrgbClr r="0" g="0" b="0"/>
          </a:lnRef>
          <a:fillRef idx="0">
            <a:scrgbClr r="0" g="0" b="0"/>
          </a:fillRef>
          <a:effectRef idx="0">
            <a:scrgbClr r="0" g="0" b="0"/>
          </a:effectRef>
          <a:fontRef idx="minor"/>
        </p:style>
      </p:sp>
      <p:sp>
        <p:nvSpPr>
          <p:cNvPr id="45" name="Rectangle 44"/>
          <p:cNvSpPr/>
          <p:nvPr/>
        </p:nvSpPr>
        <p:spPr>
          <a:xfrm>
            <a:off x="0" y="0"/>
            <a:ext cx="10080000" cy="3780000"/>
          </a:xfrm>
          <a:prstGeom prst="rect">
            <a:avLst/>
          </a:prstGeom>
          <a:solidFill>
            <a:srgbClr val="1ABC9C"/>
          </a:solidFill>
          <a:ln w="10800">
            <a:solidFill>
              <a:srgbClr val="1ABC9C"/>
            </a:solidFill>
            <a:round/>
          </a:ln>
        </p:spPr>
        <p:style>
          <a:lnRef idx="0">
            <a:scrgbClr r="0" g="0" b="0"/>
          </a:lnRef>
          <a:fillRef idx="0">
            <a:scrgbClr r="0" g="0" b="0"/>
          </a:fillRef>
          <a:effectRef idx="0">
            <a:scrgbClr r="0" g="0" b="0"/>
          </a:effectRef>
          <a:fontRef idx="minor"/>
        </p:style>
      </p:sp>
      <p:sp>
        <p:nvSpPr>
          <p:cNvPr id="46" name="PlaceHolder 1"/>
          <p:cNvSpPr>
            <a:spLocks noGrp="1"/>
          </p:cNvSpPr>
          <p:nvPr>
            <p:ph type="title"/>
          </p:nvPr>
        </p:nvSpPr>
        <p:spPr>
          <a:xfrm>
            <a:off x="360000" y="2835000"/>
            <a:ext cx="9360000" cy="718920"/>
          </a:xfrm>
          <a:prstGeom prst="rect">
            <a:avLst/>
          </a:prstGeom>
          <a:noFill/>
          <a:ln w="0">
            <a:noFill/>
          </a:ln>
        </p:spPr>
        <p:txBody>
          <a:bodyPr lIns="0" tIns="0" rIns="0" bIns="0" anchor="ctr" anchorCtr="1">
            <a:noAutofit/>
          </a:bodyPr>
          <a:lstStyle/>
          <a:p>
            <a:pPr algn="ctr">
              <a:buNone/>
            </a:pPr>
            <a:r>
              <a:rPr lang="en-US" sz="2700" b="1" strike="noStrike" spc="-1">
                <a:solidFill>
                  <a:srgbClr val="FFFFFF"/>
                </a:solidFill>
                <a:latin typeface="Source Sans Pro Black"/>
              </a:rPr>
              <a:t>Click to edit the title text format</a:t>
            </a:r>
          </a:p>
        </p:txBody>
      </p:sp>
      <p:sp>
        <p:nvSpPr>
          <p:cNvPr id="47" name="PlaceHolder 2"/>
          <p:cNvSpPr>
            <a:spLocks noGrp="1"/>
          </p:cNvSpPr>
          <p:nvPr>
            <p:ph type="body"/>
          </p:nvPr>
        </p:nvSpPr>
        <p:spPr>
          <a:xfrm>
            <a:off x="360000" y="3915000"/>
            <a:ext cx="9360000" cy="1485000"/>
          </a:xfrm>
          <a:prstGeom prst="rect">
            <a:avLst/>
          </a:prstGeom>
          <a:noFill/>
          <a:ln w="0">
            <a:noFill/>
          </a:ln>
        </p:spPr>
        <p:txBody>
          <a:bodyPr lIns="0" tIns="0" rIns="0" bIns="0" anchor="t">
            <a:normAutofit fontScale="71000"/>
          </a:bodyPr>
          <a:lstStyle/>
          <a:p>
            <a:pPr marL="432000" indent="-324000">
              <a:spcAft>
                <a:spcPts val="655"/>
              </a:spcAft>
            </a:pPr>
            <a:r>
              <a:rPr lang="en-US" sz="1500" b="0" strike="noStrike" spc="-1">
                <a:solidFill>
                  <a:srgbClr val="FFFFFF"/>
                </a:solidFill>
                <a:latin typeface="Source Sans Pro"/>
              </a:rPr>
              <a:t>Click to edit the outline text format</a:t>
            </a:r>
          </a:p>
          <a:p>
            <a:pPr marL="864000" lvl="1" indent="-324000">
              <a:spcAft>
                <a:spcPts val="850"/>
              </a:spcAft>
            </a:pPr>
            <a:r>
              <a:rPr lang="en-US" sz="1500" b="0" strike="noStrike" spc="-1">
                <a:solidFill>
                  <a:srgbClr val="FFFFFF"/>
                </a:solidFill>
                <a:latin typeface="Source Sans Pro"/>
              </a:rPr>
              <a:t>Second Outline Level</a:t>
            </a:r>
          </a:p>
          <a:p>
            <a:pPr marL="1296000" lvl="2" indent="-288000">
              <a:spcAft>
                <a:spcPts val="635"/>
              </a:spcAft>
            </a:pPr>
            <a:r>
              <a:rPr lang="en-US" sz="1500" b="0" strike="noStrike" spc="-1">
                <a:solidFill>
                  <a:srgbClr val="FFFFFF"/>
                </a:solidFill>
                <a:latin typeface="Source Sans Pro"/>
              </a:rPr>
              <a:t>Third Outline Level</a:t>
            </a:r>
          </a:p>
          <a:p>
            <a:pPr marL="1728000" lvl="3" indent="-216000">
              <a:spcAft>
                <a:spcPts val="425"/>
              </a:spcAft>
            </a:pPr>
            <a:r>
              <a:rPr lang="en-US" sz="1500" b="0" strike="noStrike" spc="-1">
                <a:solidFill>
                  <a:srgbClr val="FFFFFF"/>
                </a:solidFill>
                <a:latin typeface="Source Sans Pro"/>
              </a:rPr>
              <a:t>Fourth Outline Level</a:t>
            </a:r>
          </a:p>
          <a:p>
            <a:pPr marL="2160000" lvl="4" indent="-216000">
              <a:spcAft>
                <a:spcPts val="213"/>
              </a:spcAft>
            </a:pPr>
            <a:r>
              <a:rPr lang="en-US" sz="1500" b="0" strike="noStrike" spc="-1">
                <a:solidFill>
                  <a:srgbClr val="FFFFFF"/>
                </a:solidFill>
                <a:latin typeface="Source Sans Pro"/>
              </a:rPr>
              <a:t>Fifth Outline Level</a:t>
            </a:r>
          </a:p>
          <a:p>
            <a:pPr marL="2592000" lvl="5" indent="-216000">
              <a:spcAft>
                <a:spcPts val="213"/>
              </a:spcAft>
            </a:pPr>
            <a:r>
              <a:rPr lang="en-US" sz="1500" b="0" strike="noStrike" spc="-1">
                <a:solidFill>
                  <a:srgbClr val="FFFFFF"/>
                </a:solidFill>
                <a:latin typeface="Source Sans Pro"/>
              </a:rPr>
              <a:t>Sixth Outline Level</a:t>
            </a:r>
          </a:p>
          <a:p>
            <a:pPr marL="3024000" lvl="6" indent="-216000">
              <a:spcAft>
                <a:spcPts val="213"/>
              </a:spcAft>
            </a:pPr>
            <a:r>
              <a:rPr lang="en-US" sz="1500" b="0" strike="noStrike" spc="-1">
                <a:solidFill>
                  <a:srgbClr val="FFFFFF"/>
                </a:solidFill>
                <a:latin typeface="Source Sans Pro"/>
              </a:rPr>
              <a:t>Seventh Outline Level</a:t>
            </a:r>
          </a:p>
        </p:txBody>
      </p:sp>
      <p:sp>
        <p:nvSpPr>
          <p:cNvPr id="48" name="PlaceHolder 3"/>
          <p:cNvSpPr>
            <a:spLocks noGrp="1"/>
          </p:cNvSpPr>
          <p:nvPr>
            <p:ph type="dt"/>
          </p:nvPr>
        </p:nvSpPr>
        <p:spPr>
          <a:xfrm>
            <a:off x="360000" y="5400000"/>
            <a:ext cx="2880000" cy="270000"/>
          </a:xfrm>
          <a:prstGeom prst="rect">
            <a:avLst/>
          </a:prstGeom>
          <a:noFill/>
          <a:ln w="72000">
            <a:noFill/>
          </a:ln>
        </p:spPr>
        <p:txBody>
          <a:bodyPr lIns="0" tIns="0" rIns="0" bIns="0" anchor="t">
            <a:noAutofit/>
          </a:bodyPr>
          <a:lstStyle/>
          <a:p>
            <a:r>
              <a:rPr lang="en-US" sz="1800" b="1" strike="noStrike" spc="-1">
                <a:solidFill>
                  <a:srgbClr val="FFFFFF"/>
                </a:solidFill>
                <a:latin typeface="Source Sans Pro Black"/>
              </a:rPr>
              <a:t>&lt;date/time&gt;</a:t>
            </a:r>
          </a:p>
        </p:txBody>
      </p:sp>
      <p:sp>
        <p:nvSpPr>
          <p:cNvPr id="49" name="PlaceHolder 4"/>
          <p:cNvSpPr>
            <a:spLocks noGrp="1"/>
          </p:cNvSpPr>
          <p:nvPr>
            <p:ph type="ftr"/>
          </p:nvPr>
        </p:nvSpPr>
        <p:spPr>
          <a:xfrm>
            <a:off x="3420000" y="5400000"/>
            <a:ext cx="3240000" cy="270000"/>
          </a:xfrm>
          <a:prstGeom prst="rect">
            <a:avLst/>
          </a:prstGeom>
          <a:noFill/>
          <a:ln w="72000">
            <a:noFill/>
          </a:ln>
        </p:spPr>
        <p:txBody>
          <a:bodyPr lIns="0" tIns="0" rIns="0" bIns="0" anchor="t">
            <a:noAutofit/>
          </a:bodyPr>
          <a:lstStyle/>
          <a:p>
            <a:pPr algn="ctr">
              <a:buNone/>
            </a:pPr>
            <a:r>
              <a:rPr lang="en-US" sz="1800" b="1" strike="noStrike" spc="-1">
                <a:solidFill>
                  <a:srgbClr val="FFFFFF"/>
                </a:solidFill>
                <a:latin typeface="Source Sans Pro Black"/>
              </a:rPr>
              <a:t>&lt;footer&gt;</a:t>
            </a:r>
          </a:p>
        </p:txBody>
      </p:sp>
      <p:sp>
        <p:nvSpPr>
          <p:cNvPr id="50" name="PlaceHolder 5"/>
          <p:cNvSpPr>
            <a:spLocks noGrp="1"/>
          </p:cNvSpPr>
          <p:nvPr>
            <p:ph type="sldNum"/>
          </p:nvPr>
        </p:nvSpPr>
        <p:spPr>
          <a:xfrm>
            <a:off x="9180000" y="5130000"/>
            <a:ext cx="720000" cy="540000"/>
          </a:xfrm>
          <a:prstGeom prst="rect">
            <a:avLst/>
          </a:prstGeom>
          <a:noFill/>
          <a:ln w="72000">
            <a:noFill/>
          </a:ln>
        </p:spPr>
        <p:txBody>
          <a:bodyPr lIns="0" tIns="0" rIns="0" bIns="0" anchor="ctr">
            <a:noAutofit/>
          </a:bodyPr>
          <a:lstStyle/>
          <a:p>
            <a:pPr algn="ctr">
              <a:buNone/>
            </a:pPr>
            <a:fld id="{7102D4E8-852E-4E8E-A4E5-BEEDAAD50668}" type="slidenum">
              <a:rPr lang="en-US" sz="1800" b="1" strike="noStrike" spc="-1">
                <a:solidFill>
                  <a:srgbClr val="FFFFFF"/>
                </a:solidFill>
                <a:latin typeface="Source Sans Pro Black"/>
              </a:rPr>
              <a:pPr algn="ctr">
                <a:buNone/>
              </a:pPr>
              <a:t>‹#›</a:t>
            </a:fld>
            <a:endParaRPr lang="en-US" sz="1800" b="1" strike="noStrike" spc="-1">
              <a:solidFill>
                <a:srgbClr val="FFFFFF"/>
              </a:solidFill>
              <a:latin typeface="Source Sans Pro Black"/>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86"/>
          <p:cNvSpPr/>
          <p:nvPr/>
        </p:nvSpPr>
        <p:spPr>
          <a:xfrm>
            <a:off x="0" y="0"/>
            <a:ext cx="10080000" cy="5670000"/>
          </a:xfrm>
          <a:prstGeom prst="rect">
            <a:avLst/>
          </a:prstGeom>
          <a:solidFill>
            <a:srgbClr val="2C3E50"/>
          </a:solidFill>
          <a:ln w="10800">
            <a:noFill/>
          </a:ln>
        </p:spPr>
        <p:style>
          <a:lnRef idx="0">
            <a:scrgbClr r="0" g="0" b="0"/>
          </a:lnRef>
          <a:fillRef idx="0">
            <a:scrgbClr r="0" g="0" b="0"/>
          </a:fillRef>
          <a:effectRef idx="0">
            <a:scrgbClr r="0" g="0" b="0"/>
          </a:effectRef>
          <a:fontRef idx="minor"/>
        </p:style>
      </p:sp>
      <p:sp>
        <p:nvSpPr>
          <p:cNvPr id="88" name="Rectangular Callout 87"/>
          <p:cNvSpPr/>
          <p:nvPr/>
        </p:nvSpPr>
        <p:spPr>
          <a:xfrm>
            <a:off x="2520000" y="1350000"/>
            <a:ext cx="5040000" cy="1890000"/>
          </a:xfrm>
          <a:prstGeom prst="wedgeRectCallout">
            <a:avLst>
              <a:gd name="adj1" fmla="val -34032"/>
              <a:gd name="adj2" fmla="val 132916"/>
            </a:avLst>
          </a:prstGeom>
          <a:solidFill>
            <a:srgbClr val="FFFFFF"/>
          </a:solidFill>
          <a:ln w="72000">
            <a:solidFill>
              <a:srgbClr val="1ABC9C"/>
            </a:solidFill>
            <a:round/>
          </a:ln>
        </p:spPr>
        <p:style>
          <a:lnRef idx="0">
            <a:scrgbClr r="0" g="0" b="0"/>
          </a:lnRef>
          <a:fillRef idx="0">
            <a:scrgbClr r="0" g="0" b="0"/>
          </a:fillRef>
          <a:effectRef idx="0">
            <a:scrgbClr r="0" g="0" b="0"/>
          </a:effectRef>
          <a:fontRef idx="minor"/>
        </p:style>
      </p:sp>
      <p:sp>
        <p:nvSpPr>
          <p:cNvPr id="89" name="PlaceHolder 1"/>
          <p:cNvSpPr>
            <a:spLocks noGrp="1"/>
          </p:cNvSpPr>
          <p:nvPr>
            <p:ph type="title"/>
          </p:nvPr>
        </p:nvSpPr>
        <p:spPr>
          <a:xfrm>
            <a:off x="2700000" y="1485000"/>
            <a:ext cx="4680000" cy="1620000"/>
          </a:xfrm>
          <a:prstGeom prst="rect">
            <a:avLst/>
          </a:prstGeom>
          <a:noFill/>
          <a:ln w="0">
            <a:noFill/>
          </a:ln>
        </p:spPr>
        <p:txBody>
          <a:bodyPr lIns="0" tIns="0" rIns="0" bIns="0" anchor="ctr" anchorCtr="1">
            <a:noAutofit/>
          </a:bodyPr>
          <a:lstStyle/>
          <a:p>
            <a:pPr algn="ctr">
              <a:buNone/>
            </a:pPr>
            <a:r>
              <a:rPr lang="en-US" sz="2700" b="1" strike="noStrike" spc="-1">
                <a:solidFill>
                  <a:srgbClr val="2C3E50"/>
                </a:solidFill>
                <a:latin typeface="Source Sans Pro Black"/>
              </a:rPr>
              <a:t>Click to edit the title text format</a:t>
            </a:r>
          </a:p>
        </p:txBody>
      </p:sp>
      <p:sp>
        <p:nvSpPr>
          <p:cNvPr id="90" name="PlaceHolder 2"/>
          <p:cNvSpPr>
            <a:spLocks noGrp="1"/>
          </p:cNvSpPr>
          <p:nvPr>
            <p:ph type="body"/>
          </p:nvPr>
        </p:nvSpPr>
        <p:spPr>
          <a:xfrm>
            <a:off x="3420000" y="3240000"/>
            <a:ext cx="6300000" cy="1620000"/>
          </a:xfrm>
          <a:prstGeom prst="rect">
            <a:avLst/>
          </a:prstGeom>
          <a:noFill/>
          <a:ln w="0">
            <a:noFill/>
          </a:ln>
        </p:spPr>
        <p:txBody>
          <a:bodyPr lIns="0" tIns="0" rIns="0" bIns="0" anchor="t">
            <a:normAutofit fontScale="78000"/>
          </a:bodyPr>
          <a:lstStyle/>
          <a:p>
            <a:pPr marL="432000" indent="-324000">
              <a:spcAft>
                <a:spcPts val="655"/>
              </a:spcAft>
            </a:pPr>
            <a:r>
              <a:rPr lang="en-US" sz="1500" b="0" strike="noStrike" spc="-1">
                <a:solidFill>
                  <a:srgbClr val="FFFFFF"/>
                </a:solidFill>
                <a:latin typeface="Source Sans Pro"/>
              </a:rPr>
              <a:t>Click to edit the outline text format</a:t>
            </a:r>
          </a:p>
          <a:p>
            <a:pPr marL="864000" lvl="1" indent="-324000">
              <a:spcAft>
                <a:spcPts val="850"/>
              </a:spcAft>
            </a:pPr>
            <a:r>
              <a:rPr lang="en-US" sz="1500" b="0" strike="noStrike" spc="-1">
                <a:solidFill>
                  <a:srgbClr val="FFFFFF"/>
                </a:solidFill>
                <a:latin typeface="Source Sans Pro"/>
              </a:rPr>
              <a:t>Second Outline Level</a:t>
            </a:r>
          </a:p>
          <a:p>
            <a:pPr marL="1296000" lvl="2" indent="-288000">
              <a:spcAft>
                <a:spcPts val="635"/>
              </a:spcAft>
            </a:pPr>
            <a:r>
              <a:rPr lang="en-US" sz="1500" b="0" strike="noStrike" spc="-1">
                <a:solidFill>
                  <a:srgbClr val="FFFFFF"/>
                </a:solidFill>
                <a:latin typeface="Source Sans Pro"/>
              </a:rPr>
              <a:t>Third Outline Level</a:t>
            </a:r>
          </a:p>
          <a:p>
            <a:pPr marL="1728000" lvl="3" indent="-216000">
              <a:spcAft>
                <a:spcPts val="425"/>
              </a:spcAft>
            </a:pPr>
            <a:r>
              <a:rPr lang="en-US" sz="1500" b="0" strike="noStrike" spc="-1">
                <a:solidFill>
                  <a:srgbClr val="FFFFFF"/>
                </a:solidFill>
                <a:latin typeface="Source Sans Pro"/>
              </a:rPr>
              <a:t>Fourth Outline Level</a:t>
            </a:r>
          </a:p>
          <a:p>
            <a:pPr marL="2160000" lvl="4" indent="-216000">
              <a:spcAft>
                <a:spcPts val="213"/>
              </a:spcAft>
            </a:pPr>
            <a:r>
              <a:rPr lang="en-US" sz="1500" b="0" strike="noStrike" spc="-1">
                <a:solidFill>
                  <a:srgbClr val="FFFFFF"/>
                </a:solidFill>
                <a:latin typeface="Source Sans Pro"/>
              </a:rPr>
              <a:t>Fifth Outline Level</a:t>
            </a:r>
          </a:p>
          <a:p>
            <a:pPr marL="2592000" lvl="5" indent="-216000">
              <a:spcAft>
                <a:spcPts val="213"/>
              </a:spcAft>
            </a:pPr>
            <a:r>
              <a:rPr lang="en-US" sz="1500" b="0" strike="noStrike" spc="-1">
                <a:solidFill>
                  <a:srgbClr val="FFFFFF"/>
                </a:solidFill>
                <a:latin typeface="Source Sans Pro"/>
              </a:rPr>
              <a:t>Sixth Outline Level</a:t>
            </a:r>
          </a:p>
          <a:p>
            <a:pPr marL="3024000" lvl="6" indent="-216000">
              <a:spcAft>
                <a:spcPts val="213"/>
              </a:spcAft>
            </a:pPr>
            <a:r>
              <a:rPr lang="en-US" sz="1500" b="0" strike="noStrike" spc="-1">
                <a:solidFill>
                  <a:srgbClr val="FFFFFF"/>
                </a:solidFill>
                <a:latin typeface="Source Sans Pro"/>
              </a:rPr>
              <a:t>Seventh Outline Level</a:t>
            </a:r>
          </a:p>
        </p:txBody>
      </p:sp>
      <p:sp>
        <p:nvSpPr>
          <p:cNvPr id="91" name="PlaceHolder 3"/>
          <p:cNvSpPr>
            <a:spLocks noGrp="1"/>
          </p:cNvSpPr>
          <p:nvPr>
            <p:ph type="dt"/>
          </p:nvPr>
        </p:nvSpPr>
        <p:spPr>
          <a:xfrm>
            <a:off x="360000" y="5400000"/>
            <a:ext cx="2880000" cy="270000"/>
          </a:xfrm>
          <a:prstGeom prst="rect">
            <a:avLst/>
          </a:prstGeom>
          <a:noFill/>
          <a:ln w="72000">
            <a:noFill/>
          </a:ln>
        </p:spPr>
        <p:txBody>
          <a:bodyPr lIns="0" tIns="0" rIns="0" bIns="0" anchor="t">
            <a:noAutofit/>
          </a:bodyPr>
          <a:lstStyle/>
          <a:p>
            <a:r>
              <a:rPr lang="en-US" sz="1800" b="1" strike="noStrike" spc="-1">
                <a:solidFill>
                  <a:srgbClr val="FFFFFF"/>
                </a:solidFill>
                <a:latin typeface="Source Sans Pro Black"/>
              </a:rPr>
              <a:t>&lt;date/time&gt;</a:t>
            </a:r>
          </a:p>
        </p:txBody>
      </p:sp>
      <p:sp>
        <p:nvSpPr>
          <p:cNvPr id="92" name="PlaceHolder 4"/>
          <p:cNvSpPr>
            <a:spLocks noGrp="1"/>
          </p:cNvSpPr>
          <p:nvPr>
            <p:ph type="ftr"/>
          </p:nvPr>
        </p:nvSpPr>
        <p:spPr>
          <a:xfrm>
            <a:off x="3420000" y="5400000"/>
            <a:ext cx="3240000" cy="270000"/>
          </a:xfrm>
          <a:prstGeom prst="rect">
            <a:avLst/>
          </a:prstGeom>
          <a:noFill/>
          <a:ln w="72000">
            <a:noFill/>
          </a:ln>
        </p:spPr>
        <p:txBody>
          <a:bodyPr lIns="0" tIns="0" rIns="0" bIns="0" anchor="t">
            <a:noAutofit/>
          </a:bodyPr>
          <a:lstStyle/>
          <a:p>
            <a:pPr algn="ctr">
              <a:buNone/>
            </a:pPr>
            <a:r>
              <a:rPr lang="en-US" sz="1800" b="1" strike="noStrike" spc="-1">
                <a:solidFill>
                  <a:srgbClr val="FFFFFF"/>
                </a:solidFill>
                <a:latin typeface="Source Sans Pro Black"/>
              </a:rPr>
              <a:t>&lt;footer&gt;</a:t>
            </a:r>
          </a:p>
        </p:txBody>
      </p:sp>
      <p:sp>
        <p:nvSpPr>
          <p:cNvPr id="93" name="PlaceHolder 5"/>
          <p:cNvSpPr>
            <a:spLocks noGrp="1"/>
          </p:cNvSpPr>
          <p:nvPr>
            <p:ph type="sldNum"/>
          </p:nvPr>
        </p:nvSpPr>
        <p:spPr>
          <a:xfrm>
            <a:off x="9180000" y="5130000"/>
            <a:ext cx="720000" cy="540000"/>
          </a:xfrm>
          <a:prstGeom prst="rect">
            <a:avLst/>
          </a:prstGeom>
          <a:noFill/>
          <a:ln w="72000">
            <a:noFill/>
          </a:ln>
        </p:spPr>
        <p:txBody>
          <a:bodyPr lIns="0" tIns="0" rIns="0" bIns="0" anchor="ctr">
            <a:noAutofit/>
          </a:bodyPr>
          <a:lstStyle/>
          <a:p>
            <a:pPr algn="ctr">
              <a:buNone/>
            </a:pPr>
            <a:fld id="{BDCBA3CE-191E-4A20-88B1-88B9EBBEE073}" type="slidenum">
              <a:rPr lang="en-US" sz="1800" b="1" strike="noStrike" spc="-1">
                <a:solidFill>
                  <a:srgbClr val="FFFFFF"/>
                </a:solidFill>
                <a:latin typeface="Source Sans Pro Black"/>
              </a:rPr>
              <a:pPr algn="ctr">
                <a:buNone/>
              </a:pPr>
              <a:t>‹#›</a:t>
            </a:fld>
            <a:endParaRPr lang="en-US" sz="1800" b="1" strike="noStrike" spc="-1">
              <a:solidFill>
                <a:srgbClr val="FFFFFF"/>
              </a:solidFill>
              <a:latin typeface="Source Sans Pro Black"/>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139120"/>
            <a:ext cx="9360000" cy="1289880"/>
          </a:xfrm>
          <a:prstGeom prst="rect">
            <a:avLst/>
          </a:prstGeom>
          <a:noFill/>
          <a:ln w="0">
            <a:noFill/>
          </a:ln>
        </p:spPr>
        <p:txBody>
          <a:bodyPr lIns="0" tIns="0" rIns="0" bIns="0" anchor="ctr" anchorCtr="1">
            <a:noAutofit/>
          </a:bodyPr>
          <a:lstStyle/>
          <a:p>
            <a:pPr algn="ctr">
              <a:buNone/>
            </a:pPr>
            <a:r>
              <a:rPr lang="en-US" sz="2700" b="1" strike="noStrike" spc="-1">
                <a:solidFill>
                  <a:srgbClr val="FFFFFF"/>
                </a:solidFill>
                <a:latin typeface="Source Sans Pro Black"/>
              </a:rPr>
              <a:t>NEVERBALNA KOMUNIKACIJA SA IMPLIKACIJAMA OVE VRSTE KOMUNIKACIJE NA KOMUNIKACIJU</a:t>
            </a:r>
          </a:p>
        </p:txBody>
      </p:sp>
      <p:sp>
        <p:nvSpPr>
          <p:cNvPr id="131" name="PlaceHolder 2"/>
          <p:cNvSpPr>
            <a:spLocks noGrp="1"/>
          </p:cNvSpPr>
          <p:nvPr>
            <p:ph type="subTitle"/>
          </p:nvPr>
        </p:nvSpPr>
        <p:spPr>
          <a:xfrm>
            <a:off x="360000" y="3915000"/>
            <a:ext cx="9360000" cy="1485000"/>
          </a:xfrm>
          <a:prstGeom prst="rect">
            <a:avLst/>
          </a:prstGeom>
          <a:noFill/>
          <a:ln w="0">
            <a:noFill/>
          </a:ln>
        </p:spPr>
        <p:txBody>
          <a:bodyPr lIns="0" tIns="0" rIns="0" bIns="0" anchor="ctr">
            <a:noAutofit/>
          </a:bodyPr>
          <a:lstStyle/>
          <a:p>
            <a:pPr algn="r">
              <a:buNone/>
            </a:pPr>
            <a:r>
              <a:rPr lang="en-US" sz="2200" b="0" strike="noStrike" spc="-1">
                <a:solidFill>
                  <a:srgbClr val="FFFFFF"/>
                </a:solidFill>
                <a:latin typeface="Source Sans Pro"/>
              </a:rPr>
              <a:t>Filip Radivojević 125/2020</a:t>
            </a: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SADRŽAJ</a:t>
            </a:r>
          </a:p>
        </p:txBody>
      </p:sp>
      <p:sp>
        <p:nvSpPr>
          <p:cNvPr id="133" name="PlaceHolder 2"/>
          <p:cNvSpPr>
            <a:spLocks noGrp="1"/>
          </p:cNvSpPr>
          <p:nvPr>
            <p:ph/>
          </p:nvPr>
        </p:nvSpPr>
        <p:spPr>
          <a:xfrm>
            <a:off x="360000" y="1485000"/>
            <a:ext cx="4567320" cy="3780000"/>
          </a:xfrm>
          <a:prstGeom prst="rect">
            <a:avLst/>
          </a:prstGeom>
          <a:noFill/>
          <a:ln w="0">
            <a:noFill/>
          </a:ln>
        </p:spPr>
        <p:txBody>
          <a:bodyPr lIns="0" tIns="0" rIns="0" bIns="0" anchor="t">
            <a:normAutofit fontScale="97000"/>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ŠTA JE KOMUNIKACIJA?</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KATEGORIJE KOMUNIKACIJE</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ULOGA KOMUNIKACIJE</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VAŽNOST KOMUNIKACIJE</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VERBALNA KOMUNIKACIJA</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NEVERBALNA KOMUNIKACIJA</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ULOGA NEVERBALNE KOMUNIKACIJE</a:t>
            </a:r>
          </a:p>
        </p:txBody>
      </p:sp>
      <p:sp>
        <p:nvSpPr>
          <p:cNvPr id="134" name="PlaceHolder 3"/>
          <p:cNvSpPr>
            <a:spLocks noGrp="1"/>
          </p:cNvSpPr>
          <p:nvPr>
            <p:ph/>
          </p:nvPr>
        </p:nvSpPr>
        <p:spPr>
          <a:xfrm>
            <a:off x="5155920" y="1485000"/>
            <a:ext cx="4567320" cy="3780000"/>
          </a:xfrm>
          <a:prstGeom prst="rect">
            <a:avLst/>
          </a:prstGeom>
          <a:noFill/>
          <a:ln w="0">
            <a:noFill/>
          </a:ln>
        </p:spPr>
        <p:txBody>
          <a:bodyPr lIns="0" tIns="0" rIns="0" bIns="0" anchor="t">
            <a:normAutofit/>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ZNAČAJ NEVERBALNE KOMUNIKACIJE</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RAZLIKA IZMEDJU VERBALNE I NEVERBALNE KOMUNIKACIJE</a:t>
            </a:r>
          </a:p>
          <a:p>
            <a:pPr marL="432000" indent="-324000">
              <a:spcAft>
                <a:spcPts val="1057"/>
              </a:spcAft>
              <a:buClr>
                <a:srgbClr val="2C3E50"/>
              </a:buClr>
              <a:buSzPct val="45000"/>
              <a:buFont typeface="Wingdings" charset="2"/>
              <a:buChar char=""/>
            </a:pPr>
            <a:endParaRPr lang="en-US" sz="2400" b="1" strike="noStrike" spc="-1">
              <a:solidFill>
                <a:srgbClr val="2C3E50"/>
              </a:solidFill>
              <a:latin typeface="Source Sans Pro Semibold"/>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ŠTA JE KOMUNIKACIJA?</a:t>
            </a:r>
          </a:p>
        </p:txBody>
      </p:sp>
      <p:sp>
        <p:nvSpPr>
          <p:cNvPr id="136" name="PlaceHolder 2"/>
          <p:cNvSpPr>
            <a:spLocks noGrp="1"/>
          </p:cNvSpPr>
          <p:nvPr>
            <p:ph/>
          </p:nvPr>
        </p:nvSpPr>
        <p:spPr>
          <a:xfrm>
            <a:off x="360000" y="1485000"/>
            <a:ext cx="4567320" cy="3780000"/>
          </a:xfrm>
          <a:prstGeom prst="rect">
            <a:avLst/>
          </a:prstGeom>
          <a:noFill/>
          <a:ln w="0">
            <a:noFill/>
          </a:ln>
        </p:spPr>
        <p:txBody>
          <a:bodyPr lIns="0" tIns="0" rIns="0" bIns="0" anchor="t">
            <a:normAutofit fontScale="95000"/>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Komunikacija je jednostavno čin prenošenja informacija sa jednog mesta, osobe ili grupe na drugo</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Svaka komunikacija uključuje (najmanje) jednog pošiljaoca, poruku i primaoca. Ovo može zvučati jednostavno, ali komunikacija je zapravo veoma složena tema</a:t>
            </a:r>
          </a:p>
        </p:txBody>
      </p:sp>
      <p:pic>
        <p:nvPicPr>
          <p:cNvPr id="137" name="Picture 136"/>
          <p:cNvPicPr/>
          <p:nvPr/>
        </p:nvPicPr>
        <p:blipFill>
          <a:blip r:embed="rId2"/>
          <a:stretch/>
        </p:blipFill>
        <p:spPr>
          <a:xfrm>
            <a:off x="5029200" y="1371600"/>
            <a:ext cx="4800600" cy="3657600"/>
          </a:xfrm>
          <a:prstGeom prst="rect">
            <a:avLst/>
          </a:prstGeom>
          <a:ln w="10800">
            <a:noFill/>
          </a:ln>
        </p:spPr>
      </p:pic>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ŠTA JE KOMUNIKACIJA?</a:t>
            </a:r>
          </a:p>
        </p:txBody>
      </p:sp>
      <p:sp>
        <p:nvSpPr>
          <p:cNvPr id="139" name="PlaceHolder 2"/>
          <p:cNvSpPr>
            <a:spLocks noGrp="1"/>
          </p:cNvSpPr>
          <p:nvPr>
            <p:ph/>
          </p:nvPr>
        </p:nvSpPr>
        <p:spPr>
          <a:xfrm>
            <a:off x="360000" y="1485000"/>
            <a:ext cx="9360000" cy="3780000"/>
          </a:xfrm>
          <a:prstGeom prst="rect">
            <a:avLst/>
          </a:prstGeom>
          <a:noFill/>
          <a:ln w="0">
            <a:noFill/>
          </a:ln>
        </p:spPr>
        <p:txBody>
          <a:bodyPr lIns="0" tIns="0" rIns="0" bIns="0" anchor="t">
            <a:normAutofit/>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Na prenos poruke od pošiljaoca do primaoca može uticati veliki broj stvari</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To uključuje naše emocije, kulturnu situaciju, mediji koji se koristi za komunikaciju, pa čak i našu lokaciju</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Složenost je razlog zašto se dobre komunikacijske veštine smatraju tako poželjnim od strane poslodavaca širom sveta: tačna, efikasna i nedvosmislena komunikacija je zapravo izuzetno teška</a:t>
            </a: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KATEGORIJE KOMUNIKACIJE</a:t>
            </a:r>
          </a:p>
        </p:txBody>
      </p:sp>
      <p:sp>
        <p:nvSpPr>
          <p:cNvPr id="141" name="PlaceHolder 2"/>
          <p:cNvSpPr>
            <a:spLocks noGrp="1"/>
          </p:cNvSpPr>
          <p:nvPr>
            <p:ph/>
          </p:nvPr>
        </p:nvSpPr>
        <p:spPr>
          <a:xfrm>
            <a:off x="360000" y="1485000"/>
            <a:ext cx="9360000" cy="3780000"/>
          </a:xfrm>
          <a:prstGeom prst="rect">
            <a:avLst/>
          </a:prstGeom>
          <a:noFill/>
          <a:ln w="0">
            <a:noFill/>
          </a:ln>
        </p:spPr>
        <p:txBody>
          <a:bodyPr lIns="0" tIns="0" rIns="0" bIns="0" anchor="t">
            <a:normAutofit fontScale="92000"/>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Govorna ili verbalna komunikacija : koja uključuje lice u lice, telefon, radio ili televiziju i druge medije</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Neverbalna komunikacija : koja pokriva govor tela, gestove, kako se oblačimo ili ponašamo, gde stojimo, pa čak i naš miris. Postoji mnogo suptilnih načina na koje komuniciramo (možda čak i nenamerno) sa drugima</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Pisana komunikacija : koja uključuje pisma, e-poštu, društvene mreže, knjige, časopise, internet i druge medije. Do nedavno, relativno mali broj pisaca i izdavača bio je veoma moćan kada je u pitanju saopštavanje pisane reči</a:t>
            </a: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ULOGA KOMUNIKACIJE</a:t>
            </a:r>
          </a:p>
        </p:txBody>
      </p:sp>
      <p:sp>
        <p:nvSpPr>
          <p:cNvPr id="143" name="PlaceHolder 2"/>
          <p:cNvSpPr>
            <a:spLocks noGrp="1"/>
          </p:cNvSpPr>
          <p:nvPr>
            <p:ph/>
          </p:nvPr>
        </p:nvSpPr>
        <p:spPr>
          <a:xfrm>
            <a:off x="360000" y="1485000"/>
            <a:ext cx="4567320" cy="3780000"/>
          </a:xfrm>
          <a:prstGeom prst="rect">
            <a:avLst/>
          </a:prstGeom>
          <a:noFill/>
          <a:ln w="0">
            <a:noFill/>
          </a:ln>
        </p:spPr>
        <p:txBody>
          <a:bodyPr lIns="0" tIns="0" rIns="0" bIns="0" anchor="t">
            <a:normAutofit/>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Komunikacija je vitalni deo društva. Ona igra mnogo uloga i neophodna je za opstanak </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Ljudi je koriste da podstiču, dele ideje, povezuju se, informišu i još mnogo toga. Bez komunikacije će doći do nesporazuma</a:t>
            </a:r>
          </a:p>
        </p:txBody>
      </p:sp>
      <p:pic>
        <p:nvPicPr>
          <p:cNvPr id="144" name="Picture 143"/>
          <p:cNvPicPr/>
          <p:nvPr/>
        </p:nvPicPr>
        <p:blipFill>
          <a:blip r:embed="rId2"/>
          <a:stretch/>
        </p:blipFill>
        <p:spPr>
          <a:xfrm>
            <a:off x="5155560" y="1600200"/>
            <a:ext cx="4567320" cy="3200400"/>
          </a:xfrm>
          <a:prstGeom prst="rect">
            <a:avLst/>
          </a:prstGeom>
          <a:ln w="10800">
            <a:noFill/>
          </a:ln>
        </p:spPr>
      </p:pic>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PlaceHolder 1"/>
          <p:cNvSpPr>
            <a:spLocks noGrp="1"/>
          </p:cNvSpPr>
          <p:nvPr>
            <p:ph/>
          </p:nvPr>
        </p:nvSpPr>
        <p:spPr>
          <a:xfrm>
            <a:off x="360000" y="1485000"/>
            <a:ext cx="4567320" cy="3780000"/>
          </a:xfrm>
          <a:prstGeom prst="rect">
            <a:avLst/>
          </a:prstGeom>
          <a:noFill/>
          <a:ln w="0">
            <a:noFill/>
          </a:ln>
        </p:spPr>
        <p:txBody>
          <a:bodyPr lIns="0" tIns="0" rIns="0" bIns="0" anchor="t">
            <a:normAutofit/>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Zato je u poslovanju glavni faktor njegovog uspeha dobra i efikasna komunikacija </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Takođe ima veliki značaj u tome koliko su uspešna i velika preduzeća stigla tamo gde su trenutno</a:t>
            </a:r>
          </a:p>
        </p:txBody>
      </p:sp>
      <p:sp>
        <p:nvSpPr>
          <p:cNvPr id="146" name="PlaceHolder 2"/>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ULOGA KOMUNIKACIJE</a:t>
            </a:r>
          </a:p>
        </p:txBody>
      </p:sp>
      <p:pic>
        <p:nvPicPr>
          <p:cNvPr id="147" name="Picture 146"/>
          <p:cNvPicPr/>
          <p:nvPr/>
        </p:nvPicPr>
        <p:blipFill>
          <a:blip r:embed="rId2"/>
          <a:stretch/>
        </p:blipFill>
        <p:spPr>
          <a:xfrm>
            <a:off x="4927320" y="1371600"/>
            <a:ext cx="4902480" cy="3657600"/>
          </a:xfrm>
          <a:prstGeom prst="rect">
            <a:avLst/>
          </a:prstGeom>
          <a:ln w="10800">
            <a:noFill/>
          </a:ln>
        </p:spPr>
      </p:pic>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VAŽNOST KOMUNIKACIJE</a:t>
            </a:r>
          </a:p>
        </p:txBody>
      </p:sp>
      <p:sp>
        <p:nvSpPr>
          <p:cNvPr id="149" name="PlaceHolder 2"/>
          <p:cNvSpPr>
            <a:spLocks noGrp="1"/>
          </p:cNvSpPr>
          <p:nvPr>
            <p:ph/>
          </p:nvPr>
        </p:nvSpPr>
        <p:spPr>
          <a:xfrm>
            <a:off x="360000" y="1485000"/>
            <a:ext cx="4567320" cy="3780000"/>
          </a:xfrm>
          <a:prstGeom prst="rect">
            <a:avLst/>
          </a:prstGeom>
          <a:noFill/>
          <a:ln w="0">
            <a:noFill/>
          </a:ln>
        </p:spPr>
        <p:txBody>
          <a:bodyPr lIns="0" tIns="0" rIns="0" bIns="0" anchor="t">
            <a:normAutofit fontScale="95000"/>
          </a:bodyPr>
          <a:lstStyle/>
          <a:p>
            <a:pPr marL="432000" indent="-324000">
              <a:spcAft>
                <a:spcPts val="1057"/>
              </a:spcAft>
              <a:buClr>
                <a:srgbClr val="2C3E50"/>
              </a:buClr>
              <a:buSzPct val="45000"/>
              <a:buFont typeface="Wingdings" charset="2"/>
              <a:buChar char=""/>
            </a:pPr>
            <a:r>
              <a:rPr lang="en-US" sz="2400" b="0" strike="noStrike" spc="-1">
                <a:solidFill>
                  <a:srgbClr val="2C3E50"/>
                </a:solidFill>
                <a:latin typeface="Source Sans Pro Semibold"/>
              </a:rPr>
              <a:t>U organizaciji:</a:t>
            </a:r>
            <a:endParaRPr lang="en-US" sz="2400" b="1" strike="noStrike" spc="-1">
              <a:solidFill>
                <a:srgbClr val="2C3E50"/>
              </a:solidFill>
              <a:latin typeface="Source Sans Pro Semibold"/>
            </a:endParaRP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Komunikacija igra veoma važnu ulogu u upravljanju bilo kojom organizacijom. Pošto je to alat za deljenje misli, ideja, mišljenja i planova u različitim delovima organizacije. Dobra komunikacija je neophodna ne samo za izgradnju odnosa već i za uspešno poslovanje</a:t>
            </a:r>
          </a:p>
        </p:txBody>
      </p:sp>
      <p:sp>
        <p:nvSpPr>
          <p:cNvPr id="150" name="PlaceHolder 3"/>
          <p:cNvSpPr>
            <a:spLocks noGrp="1"/>
          </p:cNvSpPr>
          <p:nvPr>
            <p:ph/>
          </p:nvPr>
        </p:nvSpPr>
        <p:spPr>
          <a:xfrm>
            <a:off x="5155920" y="1485000"/>
            <a:ext cx="4567320" cy="3780000"/>
          </a:xfrm>
          <a:prstGeom prst="rect">
            <a:avLst/>
          </a:prstGeom>
          <a:noFill/>
          <a:ln w="0">
            <a:noFill/>
          </a:ln>
        </p:spPr>
        <p:txBody>
          <a:bodyPr lIns="0" tIns="0" rIns="0" bIns="0" anchor="t">
            <a:normAutofit/>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Zbog toga komunikacija ima ogroman značaj u organizaciji. Komunikacija pomaže da se poveća efikasnost na radnom mestu</a:t>
            </a:r>
          </a:p>
        </p:txBody>
      </p:sp>
      <p:pic>
        <p:nvPicPr>
          <p:cNvPr id="151" name="Picture 150"/>
          <p:cNvPicPr/>
          <p:nvPr/>
        </p:nvPicPr>
        <p:blipFill>
          <a:blip r:embed="rId2" cstate="print"/>
          <a:stretch/>
        </p:blipFill>
        <p:spPr>
          <a:xfrm>
            <a:off x="5943600" y="3429000"/>
            <a:ext cx="3657600" cy="1600200"/>
          </a:xfrm>
          <a:prstGeom prst="rect">
            <a:avLst/>
          </a:prstGeom>
          <a:ln w="10800">
            <a:noFill/>
          </a:ln>
        </p:spPr>
      </p:pic>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PlaceHolder 1"/>
          <p:cNvSpPr>
            <a:spLocks noGrp="1"/>
          </p:cNvSpPr>
          <p:nvPr>
            <p:ph/>
          </p:nvPr>
        </p:nvSpPr>
        <p:spPr>
          <a:xfrm>
            <a:off x="360000" y="1485000"/>
            <a:ext cx="4567320" cy="3780000"/>
          </a:xfrm>
          <a:prstGeom prst="rect">
            <a:avLst/>
          </a:prstGeom>
          <a:noFill/>
          <a:ln w="0">
            <a:noFill/>
          </a:ln>
        </p:spPr>
        <p:txBody>
          <a:bodyPr lIns="0" tIns="0" rIns="0" bIns="0" anchor="t">
            <a:normAutofit fontScale="84000"/>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Važnost za pojedince:</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Komunikacija je važna za izražavanje sebe. Takođe zadovoljava nečije potrebe. Za napredovanje u karijeri treba imati efikasnu komunikaciju. U vašem ličnom životu, efikasne komunikacijske veštine mogu olakšati vaš put i vaše odnose sa drugima pomažući vam da razumete druge i da budete shvaćeni</a:t>
            </a:r>
          </a:p>
        </p:txBody>
      </p:sp>
      <p:sp>
        <p:nvSpPr>
          <p:cNvPr id="153" name="PlaceHolder 2"/>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VAŽNOST KOMUNIKACIJE</a:t>
            </a:r>
          </a:p>
        </p:txBody>
      </p:sp>
      <p:pic>
        <p:nvPicPr>
          <p:cNvPr id="154" name="Picture 153"/>
          <p:cNvPicPr/>
          <p:nvPr/>
        </p:nvPicPr>
        <p:blipFill>
          <a:blip r:embed="rId2"/>
          <a:stretch/>
        </p:blipFill>
        <p:spPr>
          <a:xfrm>
            <a:off x="4927320" y="1600200"/>
            <a:ext cx="5131080" cy="3429000"/>
          </a:xfrm>
          <a:prstGeom prst="rect">
            <a:avLst/>
          </a:prstGeom>
          <a:ln w="10800">
            <a:noFill/>
          </a:ln>
        </p:spPr>
      </p:pic>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VAŽNOST KOMUNIKACIJE</a:t>
            </a:r>
          </a:p>
        </p:txBody>
      </p:sp>
      <p:sp>
        <p:nvSpPr>
          <p:cNvPr id="156" name="PlaceHolder 2"/>
          <p:cNvSpPr>
            <a:spLocks noGrp="1"/>
          </p:cNvSpPr>
          <p:nvPr>
            <p:ph/>
          </p:nvPr>
        </p:nvSpPr>
        <p:spPr>
          <a:xfrm>
            <a:off x="360000" y="1485000"/>
            <a:ext cx="4567320" cy="3780000"/>
          </a:xfrm>
          <a:prstGeom prst="rect">
            <a:avLst/>
          </a:prstGeom>
          <a:noFill/>
          <a:ln w="0">
            <a:noFill/>
          </a:ln>
        </p:spPr>
        <p:txBody>
          <a:bodyPr lIns="0" tIns="0" rIns="0" bIns="0" anchor="t">
            <a:normAutofit fontScale="98000"/>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Za motivaciju:</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Komunikacija je osnovno sredstvo za motivaciju. Ovo može poboljšati moral ljudi</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Za produktivnost:</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Uz efikasnu komunikaciju, možete održati odnose. Pomaže u povećanju produktivnosti</a:t>
            </a:r>
          </a:p>
        </p:txBody>
      </p:sp>
      <p:sp>
        <p:nvSpPr>
          <p:cNvPr id="157" name="PlaceHolder 3"/>
          <p:cNvSpPr>
            <a:spLocks noGrp="1"/>
          </p:cNvSpPr>
          <p:nvPr>
            <p:ph/>
          </p:nvPr>
        </p:nvSpPr>
        <p:spPr>
          <a:xfrm>
            <a:off x="5155920" y="1485000"/>
            <a:ext cx="4567320" cy="3780000"/>
          </a:xfrm>
          <a:prstGeom prst="rect">
            <a:avLst/>
          </a:prstGeom>
          <a:noFill/>
          <a:ln w="0">
            <a:noFill/>
          </a:ln>
        </p:spPr>
        <p:txBody>
          <a:bodyPr lIns="0" tIns="0" rIns="0" bIns="0" anchor="t">
            <a:normAutofit/>
          </a:bodyPr>
          <a:lstStyle/>
          <a:p>
            <a:endParaRPr lang="en-US" sz="2400" b="1" strike="noStrike" spc="-1">
              <a:solidFill>
                <a:srgbClr val="2C3E50"/>
              </a:solidFill>
              <a:latin typeface="Source Sans Pro Semibold"/>
            </a:endParaRPr>
          </a:p>
        </p:txBody>
      </p:sp>
      <p:pic>
        <p:nvPicPr>
          <p:cNvPr id="158" name="Picture 157"/>
          <p:cNvPicPr/>
          <p:nvPr/>
        </p:nvPicPr>
        <p:blipFill>
          <a:blip r:embed="rId2"/>
          <a:stretch/>
        </p:blipFill>
        <p:spPr>
          <a:xfrm>
            <a:off x="5029200" y="1485000"/>
            <a:ext cx="4694040" cy="3544200"/>
          </a:xfrm>
          <a:prstGeom prst="rect">
            <a:avLst/>
          </a:prstGeom>
          <a:ln w="10800">
            <a:noFill/>
          </a:ln>
        </p:spPr>
      </p:pic>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VERBALNA KOMUNIKACIJA</a:t>
            </a:r>
          </a:p>
        </p:txBody>
      </p:sp>
      <p:sp>
        <p:nvSpPr>
          <p:cNvPr id="160" name="PlaceHolder 2"/>
          <p:cNvSpPr>
            <a:spLocks noGrp="1"/>
          </p:cNvSpPr>
          <p:nvPr>
            <p:ph/>
          </p:nvPr>
        </p:nvSpPr>
        <p:spPr>
          <a:xfrm>
            <a:off x="360000" y="1485000"/>
            <a:ext cx="4567320" cy="3780000"/>
          </a:xfrm>
          <a:prstGeom prst="rect">
            <a:avLst/>
          </a:prstGeom>
          <a:noFill/>
          <a:ln w="0">
            <a:noFill/>
          </a:ln>
        </p:spPr>
        <p:txBody>
          <a:bodyPr lIns="0" tIns="0" rIns="0" bIns="0" anchor="t">
            <a:normAutofit/>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Verbalna komunikacija je svaka komunikacija koja koristi reči za deljenje informacija sa drugima</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Ove reči mogu biti i izgovorene i napisane</a:t>
            </a:r>
          </a:p>
        </p:txBody>
      </p:sp>
      <p:sp>
        <p:nvSpPr>
          <p:cNvPr id="161" name="PlaceHolder 3"/>
          <p:cNvSpPr>
            <a:spLocks noGrp="1"/>
          </p:cNvSpPr>
          <p:nvPr>
            <p:ph/>
          </p:nvPr>
        </p:nvSpPr>
        <p:spPr>
          <a:xfrm>
            <a:off x="5155920" y="1485000"/>
            <a:ext cx="4567320" cy="3780000"/>
          </a:xfrm>
          <a:prstGeom prst="rect">
            <a:avLst/>
          </a:prstGeom>
          <a:noFill/>
          <a:ln w="0">
            <a:noFill/>
          </a:ln>
        </p:spPr>
        <p:txBody>
          <a:bodyPr lIns="0" tIns="0" rIns="0" bIns="0" anchor="t">
            <a:normAutofit/>
          </a:bodyPr>
          <a:lstStyle/>
          <a:p>
            <a:pPr marL="432000" indent="-324000">
              <a:spcAft>
                <a:spcPts val="1057"/>
              </a:spcAft>
              <a:buClr>
                <a:srgbClr val="2C3E50"/>
              </a:buClr>
              <a:buSzPct val="45000"/>
              <a:buFont typeface="Wingdings" charset="2"/>
              <a:buChar char=""/>
            </a:pPr>
            <a:r>
              <a:rPr lang="en-US" sz="1800" b="1" strike="noStrike" spc="-1">
                <a:solidFill>
                  <a:srgbClr val="2C3E50"/>
                </a:solidFill>
                <a:latin typeface="Source Sans Pro Semibold"/>
              </a:rPr>
              <a:t>Jasnoća govora, smirenost i usredsređenost, ljubaznost i poštovanje nekih osnovnih pravila etiketa će pomoći procesu verbalne komunikacije</a:t>
            </a:r>
          </a:p>
        </p:txBody>
      </p:sp>
      <p:pic>
        <p:nvPicPr>
          <p:cNvPr id="162" name="Picture 161"/>
          <p:cNvPicPr/>
          <p:nvPr/>
        </p:nvPicPr>
        <p:blipFill>
          <a:blip r:embed="rId2"/>
          <a:stretch/>
        </p:blipFill>
        <p:spPr>
          <a:xfrm>
            <a:off x="5155920" y="2743200"/>
            <a:ext cx="4445280" cy="2286000"/>
          </a:xfrm>
          <a:prstGeom prst="rect">
            <a:avLst/>
          </a:prstGeom>
          <a:ln w="10800">
            <a:noFill/>
          </a:ln>
        </p:spPr>
      </p:pic>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VERBALNA KOMUNIKACIJA</a:t>
            </a:r>
          </a:p>
        </p:txBody>
      </p:sp>
      <p:sp>
        <p:nvSpPr>
          <p:cNvPr id="164" name="PlaceHolder 2"/>
          <p:cNvSpPr>
            <a:spLocks noGrp="1"/>
          </p:cNvSpPr>
          <p:nvPr>
            <p:ph/>
          </p:nvPr>
        </p:nvSpPr>
        <p:spPr>
          <a:xfrm>
            <a:off x="360000" y="1485000"/>
            <a:ext cx="9360000" cy="3780000"/>
          </a:xfrm>
          <a:prstGeom prst="rect">
            <a:avLst/>
          </a:prstGeom>
          <a:noFill/>
          <a:ln w="0">
            <a:noFill/>
          </a:ln>
        </p:spPr>
        <p:txBody>
          <a:bodyPr lIns="0" tIns="0" rIns="0" bIns="0" anchor="t">
            <a:normAutofit/>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Postoji veliki broj različitih verbalnih komunikacijskih veština. Oni se kreću od očiglednog (sposobnost da se govori jasno ili slušanje, na primer), do suptilnijih (kao što je razmišljanje i pojašnjavanje). Ova stranica daje rezime ovih veština i pokazuje gde možete saznati više</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Važno je zapamtiti da efikasna verbalna komunikacija ne može biti u potpunosti izolovana od neverbalne komunikacije : na primer, vašeg govora tela, tona glasa i izraza lica</a:t>
            </a: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NEVERBALNA KOMUNIKACIJA</a:t>
            </a:r>
          </a:p>
        </p:txBody>
      </p:sp>
      <p:sp>
        <p:nvSpPr>
          <p:cNvPr id="166" name="PlaceHolder 2"/>
          <p:cNvSpPr>
            <a:spLocks noGrp="1"/>
          </p:cNvSpPr>
          <p:nvPr>
            <p:ph/>
          </p:nvPr>
        </p:nvSpPr>
        <p:spPr>
          <a:xfrm>
            <a:off x="360000" y="1485000"/>
            <a:ext cx="4567320" cy="3780000"/>
          </a:xfrm>
          <a:prstGeom prst="rect">
            <a:avLst/>
          </a:prstGeom>
          <a:noFill/>
          <a:ln w="0">
            <a:noFill/>
          </a:ln>
        </p:spPr>
        <p:txBody>
          <a:bodyPr lIns="0" tIns="0" rIns="0" bIns="0" anchor="t">
            <a:normAutofit/>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Kada govorimo o 'komunikaciji', često mislimo na 'ono što govorimo': reči koje koristimo</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Međutim, međuljudska komunikacija je mnogo više od eksplicitnog značenja reči i informacija ili poruke koju one prenose</a:t>
            </a:r>
          </a:p>
        </p:txBody>
      </p:sp>
      <p:sp>
        <p:nvSpPr>
          <p:cNvPr id="167" name="PlaceHolder 3"/>
          <p:cNvSpPr>
            <a:spLocks noGrp="1"/>
          </p:cNvSpPr>
          <p:nvPr>
            <p:ph/>
          </p:nvPr>
        </p:nvSpPr>
        <p:spPr>
          <a:xfrm>
            <a:off x="5155920" y="1485000"/>
            <a:ext cx="4567320" cy="3780000"/>
          </a:xfrm>
          <a:prstGeom prst="rect">
            <a:avLst/>
          </a:prstGeom>
          <a:noFill/>
          <a:ln w="0">
            <a:noFill/>
          </a:ln>
        </p:spPr>
        <p:txBody>
          <a:bodyPr lIns="0" tIns="0" rIns="0" bIns="0" anchor="t">
            <a:normAutofit/>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Takođe uključuje implicitne poruke, bilo namerne ili ne, koje se izražavaju kroz neverbalno ponašanje</a:t>
            </a:r>
          </a:p>
        </p:txBody>
      </p:sp>
      <p:pic>
        <p:nvPicPr>
          <p:cNvPr id="168" name="Picture 167"/>
          <p:cNvPicPr/>
          <p:nvPr/>
        </p:nvPicPr>
        <p:blipFill>
          <a:blip r:embed="rId2"/>
          <a:stretch/>
        </p:blipFill>
        <p:spPr>
          <a:xfrm>
            <a:off x="5029200" y="2971800"/>
            <a:ext cx="4572000" cy="2286000"/>
          </a:xfrm>
          <a:prstGeom prst="rect">
            <a:avLst/>
          </a:prstGeom>
          <a:ln w="10800">
            <a:noFill/>
          </a:ln>
        </p:spPr>
      </p:pic>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NEVERBALNA KOMUNIKACIJA</a:t>
            </a:r>
          </a:p>
        </p:txBody>
      </p:sp>
      <p:sp>
        <p:nvSpPr>
          <p:cNvPr id="170" name="PlaceHolder 2"/>
          <p:cNvSpPr>
            <a:spLocks noGrp="1"/>
          </p:cNvSpPr>
          <p:nvPr>
            <p:ph/>
          </p:nvPr>
        </p:nvSpPr>
        <p:spPr>
          <a:xfrm>
            <a:off x="360000" y="1485000"/>
            <a:ext cx="4567320" cy="3780000"/>
          </a:xfrm>
          <a:prstGeom prst="rect">
            <a:avLst/>
          </a:prstGeom>
          <a:noFill/>
          <a:ln w="0">
            <a:noFill/>
          </a:ln>
        </p:spPr>
        <p:txBody>
          <a:bodyPr lIns="0" tIns="0" rIns="0" bIns="0" anchor="t">
            <a:normAutofit fontScale="97000"/>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Neverbalna komunikacija uključuje izraze lica, ton i visinu glasa, gestove prikazane kroz govor tela i fizičku distancu između komunikatora</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Ovi neverbalni signali mogu dati naznake i dodatne informacije i značenje i iznad govorne (verbalne) komunikacije</a:t>
            </a:r>
          </a:p>
        </p:txBody>
      </p:sp>
      <p:sp>
        <p:nvSpPr>
          <p:cNvPr id="171" name="PlaceHolder 3"/>
          <p:cNvSpPr>
            <a:spLocks noGrp="1"/>
          </p:cNvSpPr>
          <p:nvPr>
            <p:ph/>
          </p:nvPr>
        </p:nvSpPr>
        <p:spPr>
          <a:xfrm>
            <a:off x="5155920" y="1485000"/>
            <a:ext cx="4567320" cy="3780000"/>
          </a:xfrm>
          <a:prstGeom prst="rect">
            <a:avLst/>
          </a:prstGeom>
          <a:noFill/>
          <a:ln w="0">
            <a:noFill/>
          </a:ln>
        </p:spPr>
        <p:txBody>
          <a:bodyPr lIns="0" tIns="0" rIns="0" bIns="0" anchor="t">
            <a:normAutofit/>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Zaista, neke procene sugerišu da je oko 70 do 80% komunikacije neverbalno</a:t>
            </a:r>
          </a:p>
        </p:txBody>
      </p:sp>
      <p:pic>
        <p:nvPicPr>
          <p:cNvPr id="172" name="Picture 171"/>
          <p:cNvPicPr/>
          <p:nvPr/>
        </p:nvPicPr>
        <p:blipFill>
          <a:blip r:embed="rId2"/>
          <a:stretch/>
        </p:blipFill>
        <p:spPr>
          <a:xfrm>
            <a:off x="5029200" y="2743200"/>
            <a:ext cx="4800600" cy="2286000"/>
          </a:xfrm>
          <a:prstGeom prst="rect">
            <a:avLst/>
          </a:prstGeom>
          <a:ln w="10800">
            <a:noFill/>
          </a:ln>
        </p:spPr>
      </p:pic>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NEVERBALNA KOMUNIKACIJA</a:t>
            </a:r>
          </a:p>
        </p:txBody>
      </p:sp>
      <p:sp>
        <p:nvSpPr>
          <p:cNvPr id="174" name="PlaceHolder 2"/>
          <p:cNvSpPr>
            <a:spLocks noGrp="1"/>
          </p:cNvSpPr>
          <p:nvPr>
            <p:ph/>
          </p:nvPr>
        </p:nvSpPr>
        <p:spPr>
          <a:xfrm>
            <a:off x="360000" y="1485000"/>
            <a:ext cx="9360000" cy="3780000"/>
          </a:xfrm>
          <a:prstGeom prst="rect">
            <a:avLst/>
          </a:prstGeom>
          <a:noFill/>
          <a:ln w="0">
            <a:noFill/>
          </a:ln>
        </p:spPr>
        <p:txBody>
          <a:bodyPr lIns="0" tIns="0" rIns="0" bIns="0" anchor="t">
            <a:normAutofit fontScale="82000"/>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Vrste neverbalne komunikacije:</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"Judee Burgoon (1994) je identifikovao sedam različitih neverbalnih dimenzija:"</a:t>
            </a:r>
          </a:p>
          <a:p>
            <a:pPr marL="432000" indent="-324000">
              <a:spcAft>
                <a:spcPts val="1057"/>
              </a:spcAft>
              <a:buClr>
                <a:srgbClr val="2C3E50"/>
              </a:buClr>
              <a:buFont typeface="StarSymbol"/>
              <a:buAutoNum type="arabicParenR"/>
            </a:pPr>
            <a:r>
              <a:rPr lang="en-US" sz="2400" b="1" strike="noStrike" spc="-1">
                <a:solidFill>
                  <a:srgbClr val="2C3E50"/>
                </a:solidFill>
                <a:latin typeface="Source Sans Pro Semibold"/>
              </a:rPr>
              <a:t>Kinezika ili pokreti tela uključujući izraze lica i kontakt očima</a:t>
            </a:r>
          </a:p>
          <a:p>
            <a:pPr marL="432000" indent="-324000">
              <a:spcAft>
                <a:spcPts val="1057"/>
              </a:spcAft>
              <a:buClr>
                <a:srgbClr val="2C3E50"/>
              </a:buClr>
              <a:buFont typeface="StarSymbol"/>
              <a:buAutoNum type="arabicParenR"/>
            </a:pPr>
            <a:r>
              <a:rPr lang="en-US" sz="2400" b="1" strike="noStrike" spc="-1">
                <a:solidFill>
                  <a:srgbClr val="2C3E50"/>
                </a:solidFill>
                <a:latin typeface="Source Sans Pro Semibold"/>
              </a:rPr>
              <a:t>Vokal ili parajezik koji uključuje jačinu zvuka, brzinu, visinu i tembar</a:t>
            </a:r>
          </a:p>
          <a:p>
            <a:pPr marL="432000" indent="-324000">
              <a:spcAft>
                <a:spcPts val="1057"/>
              </a:spcAft>
              <a:buClr>
                <a:srgbClr val="2C3E50"/>
              </a:buClr>
              <a:buFont typeface="StarSymbol"/>
              <a:buAutoNum type="arabicParenR"/>
            </a:pPr>
            <a:r>
              <a:rPr lang="en-US" sz="2400" b="1" strike="noStrike" spc="-1">
                <a:solidFill>
                  <a:srgbClr val="2C3E50"/>
                </a:solidFill>
                <a:latin typeface="Source Sans Pro Semibold"/>
              </a:rPr>
              <a:t>Lični izgled</a:t>
            </a:r>
          </a:p>
          <a:p>
            <a:pPr marL="432000" indent="-324000">
              <a:spcAft>
                <a:spcPts val="1057"/>
              </a:spcAft>
              <a:buClr>
                <a:srgbClr val="2C3E50"/>
              </a:buClr>
              <a:buFont typeface="StarSymbol"/>
              <a:buAutoNum type="arabicParenR"/>
            </a:pPr>
            <a:r>
              <a:rPr lang="en-US" sz="2400" b="1" strike="noStrike" spc="-1">
                <a:solidFill>
                  <a:srgbClr val="2C3E50"/>
                </a:solidFill>
                <a:latin typeface="Source Sans Pro Semibold"/>
              </a:rPr>
              <a:t>Naše fizičko okruženje i artefakti ili objekti koji ga čine</a:t>
            </a:r>
          </a:p>
          <a:p>
            <a:pPr marL="432000" indent="-324000">
              <a:spcAft>
                <a:spcPts val="1057"/>
              </a:spcAft>
              <a:buClr>
                <a:srgbClr val="2C3E50"/>
              </a:buClr>
              <a:buFont typeface="StarSymbol"/>
              <a:buAutoNum type="arabicParenR"/>
            </a:pPr>
            <a:r>
              <a:rPr lang="en-US" sz="2400" b="1" strike="noStrike" spc="-1">
                <a:solidFill>
                  <a:srgbClr val="2C3E50"/>
                </a:solidFill>
                <a:latin typeface="Source Sans Pro Semibold"/>
              </a:rPr>
              <a:t>Proksemika ili lični prostor</a:t>
            </a:r>
          </a:p>
          <a:p>
            <a:pPr marL="432000" indent="-324000">
              <a:spcAft>
                <a:spcPts val="1057"/>
              </a:spcAft>
              <a:buClr>
                <a:srgbClr val="2C3E50"/>
              </a:buClr>
              <a:buFont typeface="StarSymbol"/>
              <a:buAutoNum type="arabicParenR"/>
            </a:pPr>
            <a:r>
              <a:rPr lang="en-US" sz="2400" b="1" strike="noStrike" spc="-1">
                <a:solidFill>
                  <a:srgbClr val="2C3E50"/>
                </a:solidFill>
                <a:latin typeface="Source Sans Pro Semibold"/>
              </a:rPr>
              <a:t>Haptika ili dodir</a:t>
            </a:r>
          </a:p>
          <a:p>
            <a:pPr marL="432000" indent="-324000">
              <a:spcAft>
                <a:spcPts val="1057"/>
              </a:spcAft>
              <a:buClr>
                <a:srgbClr val="2C3E50"/>
              </a:buClr>
              <a:buFont typeface="StarSymbol"/>
              <a:buAutoNum type="arabicParenR"/>
            </a:pPr>
            <a:r>
              <a:rPr lang="en-US" sz="2400" b="1" strike="noStrike" spc="-1">
                <a:solidFill>
                  <a:srgbClr val="2C3E50"/>
                </a:solidFill>
                <a:latin typeface="Source Sans Pro Semibold"/>
              </a:rPr>
              <a:t>Hronemija ili vreme</a:t>
            </a: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NEVERBALNA KOMUNIKACIJA</a:t>
            </a:r>
          </a:p>
        </p:txBody>
      </p:sp>
      <p:sp>
        <p:nvSpPr>
          <p:cNvPr id="176" name="PlaceHolder 2"/>
          <p:cNvSpPr>
            <a:spLocks noGrp="1"/>
          </p:cNvSpPr>
          <p:nvPr>
            <p:ph/>
          </p:nvPr>
        </p:nvSpPr>
        <p:spPr>
          <a:xfrm>
            <a:off x="360000" y="1485000"/>
            <a:ext cx="4567320" cy="3780000"/>
          </a:xfrm>
          <a:prstGeom prst="rect">
            <a:avLst/>
          </a:prstGeom>
          <a:noFill/>
          <a:ln w="0">
            <a:noFill/>
          </a:ln>
        </p:spPr>
        <p:txBody>
          <a:bodyPr lIns="0" tIns="0" rIns="0" bIns="0" anchor="t">
            <a:normAutofit/>
          </a:bodyPr>
          <a:lstStyle/>
          <a:p>
            <a:pPr marL="432000" indent="-324000">
              <a:spcAft>
                <a:spcPts val="1057"/>
              </a:spcAft>
              <a:buClr>
                <a:srgbClr val="2C3E50"/>
              </a:buClr>
              <a:buSzPct val="45000"/>
              <a:buFont typeface="Wingdings" charset="2"/>
              <a:buChar char=""/>
            </a:pPr>
            <a:r>
              <a:rPr lang="en-US" sz="2400" b="1" strike="noStrike" spc="-1" dirty="0" err="1">
                <a:solidFill>
                  <a:srgbClr val="2C3E50"/>
                </a:solidFill>
                <a:latin typeface="Source Sans Pro Semibold"/>
              </a:rPr>
              <a:t>Vrste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neverbalne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komunikacije</a:t>
            </a:r>
            <a:r>
              <a:rPr lang="en-US" sz="2400" b="1" strike="noStrike" spc="-1" dirty="0">
                <a:solidFill>
                  <a:srgbClr val="2C3E50"/>
                </a:solidFill>
                <a:latin typeface="Source Sans Pro Semibold"/>
              </a:rPr>
              <a:t>:</a:t>
            </a:r>
          </a:p>
          <a:p>
            <a:pPr marL="432000" indent="-324000">
              <a:spcAft>
                <a:spcPts val="1057"/>
              </a:spcAft>
              <a:buClr>
                <a:srgbClr val="2C3E50"/>
              </a:buClr>
              <a:buSzPct val="45000"/>
              <a:buFont typeface="Wingdings" charset="2"/>
              <a:buChar char=""/>
            </a:pPr>
            <a:r>
              <a:rPr lang="en-US" sz="2400" b="1" strike="noStrike" spc="-1" dirty="0" err="1">
                <a:solidFill>
                  <a:srgbClr val="2C3E50"/>
                </a:solidFill>
                <a:latin typeface="Source Sans Pro Semibold"/>
              </a:rPr>
              <a:t>Izrazi</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lica</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Ljudsko</a:t>
            </a:r>
            <a:r>
              <a:rPr lang="en-US" sz="2400" b="1" strike="noStrike" spc="-1" dirty="0">
                <a:solidFill>
                  <a:srgbClr val="2C3E50"/>
                </a:solidFill>
                <a:latin typeface="Source Sans Pro Semibold"/>
              </a:rPr>
              <a:t> lice je </a:t>
            </a:r>
            <a:r>
              <a:rPr lang="en-US" sz="2400" b="1" strike="noStrike" spc="-1" dirty="0" err="1">
                <a:solidFill>
                  <a:srgbClr val="2C3E50"/>
                </a:solidFill>
                <a:latin typeface="Source Sans Pro Semibold"/>
              </a:rPr>
              <a:t>izuzetno</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izražajno</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sposobno</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da</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prenese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bezbrojne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emocije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bez</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reči</a:t>
            </a:r>
            <a:endParaRPr lang="en-US" sz="2400" b="1" strike="noStrike" spc="-1" dirty="0">
              <a:solidFill>
                <a:srgbClr val="2C3E50"/>
              </a:solidFill>
              <a:latin typeface="Source Sans Pro Semibold"/>
            </a:endParaRPr>
          </a:p>
          <a:p>
            <a:pPr marL="432000" indent="-324000">
              <a:spcAft>
                <a:spcPts val="1057"/>
              </a:spcAft>
              <a:buClr>
                <a:srgbClr val="2C3E50"/>
              </a:buClr>
              <a:buSzPct val="45000"/>
              <a:buFont typeface="Wingdings" charset="2"/>
              <a:buChar char=""/>
            </a:pPr>
            <a:r>
              <a:rPr lang="en-US" sz="2400" b="1" strike="noStrike" spc="-1" dirty="0" err="1">
                <a:solidFill>
                  <a:srgbClr val="2C3E50"/>
                </a:solidFill>
                <a:latin typeface="Source Sans Pro Semibold"/>
              </a:rPr>
              <a:t>Pokret</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i</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držanje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tela</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Razmislite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kako</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na</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vašu</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percepciju</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ljudi</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utiče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način</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na</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koji</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sede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hodaju</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stoje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ili</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drže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glavu</a:t>
            </a:r>
            <a:endParaRPr lang="en-US" sz="2400" b="1" strike="noStrike" spc="-1" dirty="0">
              <a:solidFill>
                <a:srgbClr val="2C3E50"/>
              </a:solidFill>
              <a:latin typeface="Source Sans Pro Semibold"/>
            </a:endParaRPr>
          </a:p>
        </p:txBody>
      </p:sp>
      <p:sp>
        <p:nvSpPr>
          <p:cNvPr id="177" name="PlaceHolder 3"/>
          <p:cNvSpPr>
            <a:spLocks noGrp="1"/>
          </p:cNvSpPr>
          <p:nvPr>
            <p:ph/>
          </p:nvPr>
        </p:nvSpPr>
        <p:spPr>
          <a:xfrm>
            <a:off x="5155920" y="1485000"/>
            <a:ext cx="4567320" cy="3780000"/>
          </a:xfrm>
          <a:prstGeom prst="rect">
            <a:avLst/>
          </a:prstGeom>
          <a:noFill/>
          <a:ln w="0">
            <a:noFill/>
          </a:ln>
        </p:spPr>
        <p:txBody>
          <a:bodyPr lIns="0" tIns="0" rIns="0" bIns="0" anchor="t">
            <a:normAutofit fontScale="97000"/>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Prostor. Svi imamo potrebu za fizičkim prostorom, iako se ta potreba razlikuje u zavisnosti od kulture, situacije i bliskosti odnosa</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Glas. Nije važno samo šta kažeš, već i kako to kažeš. Kada govorite, drugi ljudi „čitaju“ vaš glas osim što slušaju vaše reči.</a:t>
            </a: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NEVERBALNA KOMUNIKACIJA</a:t>
            </a:r>
          </a:p>
        </p:txBody>
      </p:sp>
      <p:sp>
        <p:nvSpPr>
          <p:cNvPr id="179" name="PlaceHolder 2"/>
          <p:cNvSpPr>
            <a:spLocks noGrp="1"/>
          </p:cNvSpPr>
          <p:nvPr>
            <p:ph/>
          </p:nvPr>
        </p:nvSpPr>
        <p:spPr>
          <a:xfrm>
            <a:off x="360000" y="1485000"/>
            <a:ext cx="4567320" cy="3780000"/>
          </a:xfrm>
          <a:prstGeom prst="rect">
            <a:avLst/>
          </a:prstGeom>
          <a:noFill/>
          <a:ln w="0">
            <a:noFill/>
          </a:ln>
        </p:spPr>
        <p:txBody>
          <a:bodyPr lIns="0" tIns="0" rIns="0" bIns="0" anchor="t">
            <a:normAutofit fontScale="98000"/>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Kontakt očima. Pošto je vizuelno čulo dominantno za većinu ljudi, kontakt očima je posebno važan vid neverbalne komunikacije. Način na koji gledate nekoga može da prenese mnoge stvari, uključujući interesovanje, naklonost, neprijateljstvo ili privlačnost</a:t>
            </a:r>
          </a:p>
        </p:txBody>
      </p:sp>
      <p:sp>
        <p:nvSpPr>
          <p:cNvPr id="180" name="PlaceHolder 3"/>
          <p:cNvSpPr>
            <a:spLocks noGrp="1"/>
          </p:cNvSpPr>
          <p:nvPr>
            <p:ph/>
          </p:nvPr>
        </p:nvSpPr>
        <p:spPr>
          <a:xfrm>
            <a:off x="5155920" y="1485000"/>
            <a:ext cx="4567320" cy="3780000"/>
          </a:xfrm>
          <a:prstGeom prst="rect">
            <a:avLst/>
          </a:prstGeom>
          <a:noFill/>
          <a:ln w="0">
            <a:noFill/>
          </a:ln>
        </p:spPr>
        <p:txBody>
          <a:bodyPr lIns="0" tIns="0" rIns="0" bIns="0" anchor="t">
            <a:normAutofit/>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Gestovi. Gestovi su utkani u tkivo našeg svakodnevnog života. Možete mahati, pokazivati, pozivati ili koristiti ruke kada se raspravljate ili pričate živahno, često se izražavajući gestovima bez razmišljanja</a:t>
            </a: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NEVERBALNA KOMUNIKACIJA</a:t>
            </a:r>
          </a:p>
        </p:txBody>
      </p:sp>
      <p:sp>
        <p:nvSpPr>
          <p:cNvPr id="182" name="PlaceHolder 2"/>
          <p:cNvSpPr>
            <a:spLocks noGrp="1"/>
          </p:cNvSpPr>
          <p:nvPr>
            <p:ph/>
          </p:nvPr>
        </p:nvSpPr>
        <p:spPr>
          <a:xfrm>
            <a:off x="360000" y="1485000"/>
            <a:ext cx="9360000" cy="3780000"/>
          </a:xfrm>
          <a:prstGeom prst="rect">
            <a:avLst/>
          </a:prstGeom>
          <a:noFill/>
          <a:ln w="0">
            <a:noFill/>
          </a:ln>
        </p:spPr>
        <p:txBody>
          <a:bodyPr lIns="0" tIns="0" rIns="0" bIns="0" anchor="t">
            <a:normAutofit/>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Znakovi ili amblemi uključuju sve one gestove koji zamenjuju reči, brojeve i znakove interpunkcije. Oni mogu da variraju od jednosložnog gesta istaknutog palca stopera do tako složenih sistema kao što je američki znakovni jezik za gluve gde neverbalni signali imaju direktnu verbalnu prevod. Međutim, treba naglasiti da su znaci i amblemi specifični za kulturu</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Gest palca i kažiprsta koji se koristi za predstavljanje 'A-OK' u Sjedinjenim Državama pretpostavlja pogrdno i uvredljivo tumačenje u nekim zemljama Latinske Amerike</a:t>
            </a: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ULOGA NEVERBALNE KOMUNIKACIJE</a:t>
            </a:r>
          </a:p>
        </p:txBody>
      </p:sp>
      <p:sp>
        <p:nvSpPr>
          <p:cNvPr id="184" name="PlaceHolder 2"/>
          <p:cNvSpPr>
            <a:spLocks noGrp="1"/>
          </p:cNvSpPr>
          <p:nvPr>
            <p:ph/>
          </p:nvPr>
        </p:nvSpPr>
        <p:spPr>
          <a:xfrm>
            <a:off x="360000" y="1485000"/>
            <a:ext cx="4567320" cy="3780000"/>
          </a:xfrm>
          <a:prstGeom prst="rect">
            <a:avLst/>
          </a:prstGeom>
          <a:noFill/>
          <a:ln w="0">
            <a:noFill/>
          </a:ln>
        </p:spPr>
        <p:txBody>
          <a:bodyPr lIns="0" tIns="0" rIns="0" bIns="0" anchor="t">
            <a:normAutofit fontScale="88500" lnSpcReduction="20000"/>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Način na koji komuniciramo prevazilazi reči koje govorimo. Neverbalna komunikacija može imati veliku snagu i svrhu, a takođe ima i nekoliko puteva kojima može ići. Mnogi stručnjaci navode da neverbalna komunikacija zapravo predstavlja većinu naše komunikacije. Imajući to na umu, mislim da su neverbalni načini na koje komuniciramo verovatno najiskreniji prikazi nas samih, jer većinu te komunikacije činimo podsvesno</a:t>
            </a:r>
          </a:p>
        </p:txBody>
      </p:sp>
      <p:pic>
        <p:nvPicPr>
          <p:cNvPr id="185" name="Picture 184"/>
          <p:cNvPicPr/>
          <p:nvPr/>
        </p:nvPicPr>
        <p:blipFill>
          <a:blip r:embed="rId2"/>
          <a:stretch/>
        </p:blipFill>
        <p:spPr>
          <a:xfrm>
            <a:off x="4927320" y="1600200"/>
            <a:ext cx="5131080" cy="3429000"/>
          </a:xfrm>
          <a:prstGeom prst="rect">
            <a:avLst/>
          </a:prstGeom>
          <a:ln w="10800">
            <a:noFill/>
          </a:ln>
        </p:spPr>
      </p:pic>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ULOGA NEVERBALNE KOMUNIKACIJE</a:t>
            </a:r>
          </a:p>
        </p:txBody>
      </p:sp>
      <p:sp>
        <p:nvSpPr>
          <p:cNvPr id="187" name="PlaceHolder 2"/>
          <p:cNvSpPr>
            <a:spLocks noGrp="1"/>
          </p:cNvSpPr>
          <p:nvPr>
            <p:ph/>
          </p:nvPr>
        </p:nvSpPr>
        <p:spPr>
          <a:xfrm>
            <a:off x="360000" y="1485000"/>
            <a:ext cx="4567320" cy="3780000"/>
          </a:xfrm>
          <a:prstGeom prst="rect">
            <a:avLst/>
          </a:prstGeom>
          <a:noFill/>
          <a:ln w="0">
            <a:noFill/>
          </a:ln>
        </p:spPr>
        <p:txBody>
          <a:bodyPr lIns="0" tIns="0" rIns="0" bIns="0" anchor="t">
            <a:normAutofit/>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Dakle, postoje uloge koje ova neverbalna komunikacija igra. Neki od njih snažno doprinose komunikaciji uopšte. Verovatno pokriva više komunikacije nego stvarnog govora. Grafikon u nastavku čini ovaj koncept prilično jasnim za razumevanje</a:t>
            </a:r>
          </a:p>
        </p:txBody>
      </p:sp>
      <p:pic>
        <p:nvPicPr>
          <p:cNvPr id="188" name="Picture 187"/>
          <p:cNvPicPr/>
          <p:nvPr/>
        </p:nvPicPr>
        <p:blipFill>
          <a:blip r:embed="rId2"/>
          <a:stretch/>
        </p:blipFill>
        <p:spPr>
          <a:xfrm>
            <a:off x="4800600" y="1828800"/>
            <a:ext cx="5257800" cy="2971800"/>
          </a:xfrm>
          <a:prstGeom prst="rect">
            <a:avLst/>
          </a:prstGeom>
          <a:ln w="10800">
            <a:noFill/>
          </a:ln>
        </p:spPr>
      </p:pic>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ULOGA NEVERBALNE KOMUNIKACIJE</a:t>
            </a:r>
          </a:p>
        </p:txBody>
      </p:sp>
      <p:sp>
        <p:nvSpPr>
          <p:cNvPr id="190" name="PlaceHolder 2"/>
          <p:cNvSpPr>
            <a:spLocks noGrp="1"/>
          </p:cNvSpPr>
          <p:nvPr>
            <p:ph/>
          </p:nvPr>
        </p:nvSpPr>
        <p:spPr>
          <a:xfrm>
            <a:off x="360000" y="1485000"/>
            <a:ext cx="9360000" cy="3780000"/>
          </a:xfrm>
          <a:prstGeom prst="rect">
            <a:avLst/>
          </a:prstGeom>
          <a:noFill/>
          <a:ln w="0">
            <a:noFill/>
          </a:ln>
        </p:spPr>
        <p:txBody>
          <a:bodyPr lIns="0" tIns="0" rIns="0" bIns="0" anchor="t">
            <a:normAutofit fontScale="92500" lnSpcReduction="20000"/>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Neverbalna komunikacija može igrati pet uloga:</a:t>
            </a:r>
          </a:p>
          <a:p>
            <a:pPr marL="432000" indent="-324000">
              <a:spcAft>
                <a:spcPts val="1057"/>
              </a:spcAft>
              <a:buClr>
                <a:srgbClr val="2C3E50"/>
              </a:buClr>
              <a:buFont typeface="StarSymbol"/>
              <a:buAutoNum type="arabicParenR"/>
            </a:pPr>
            <a:r>
              <a:rPr lang="en-US" sz="2400" b="1" strike="noStrike" spc="-1">
                <a:solidFill>
                  <a:srgbClr val="2C3E50"/>
                </a:solidFill>
                <a:latin typeface="Source Sans Pro Semibold"/>
              </a:rPr>
              <a:t>Ponavljanje: Ponavlja se i često jača poruku koju prenosite verbalno</a:t>
            </a:r>
          </a:p>
          <a:p>
            <a:pPr marL="432000" indent="-324000">
              <a:spcAft>
                <a:spcPts val="1057"/>
              </a:spcAft>
              <a:buClr>
                <a:srgbClr val="2C3E50"/>
              </a:buClr>
              <a:buFont typeface="StarSymbol"/>
              <a:buAutoNum type="arabicParenR"/>
            </a:pPr>
            <a:r>
              <a:rPr lang="en-US" sz="2400" b="1" strike="noStrike" spc="-1">
                <a:solidFill>
                  <a:srgbClr val="2C3E50"/>
                </a:solidFill>
                <a:latin typeface="Source Sans Pro Semibold"/>
              </a:rPr>
              <a:t>Kontradikcija: Može biti u suprotnosti sa porukom koju pokušavate da prenesete, ukazujući na taj način vašem slušaocu da možda ne govorite istinu</a:t>
            </a:r>
          </a:p>
          <a:p>
            <a:pPr marL="432000" indent="-324000">
              <a:spcAft>
                <a:spcPts val="1057"/>
              </a:spcAft>
              <a:buClr>
                <a:srgbClr val="2C3E50"/>
              </a:buClr>
              <a:buFont typeface="StarSymbol"/>
              <a:buAutoNum type="arabicParenR"/>
            </a:pPr>
            <a:r>
              <a:rPr lang="en-US" sz="2400" b="1" strike="noStrike" spc="-1">
                <a:solidFill>
                  <a:srgbClr val="2C3E50"/>
                </a:solidFill>
                <a:latin typeface="Source Sans Pro Semibold"/>
              </a:rPr>
              <a:t>Zamena: Može da zameni verbalnu poruku. Na primer, vaš izraz lica često prenosi mnogo živopisniju poruku nego što to mogu reči</a:t>
            </a:r>
          </a:p>
          <a:p>
            <a:pPr marL="432000" indent="-324000">
              <a:spcAft>
                <a:spcPts val="1057"/>
              </a:spcAft>
              <a:buClr>
                <a:srgbClr val="2C3E50"/>
              </a:buClr>
              <a:buFont typeface="StarSymbol"/>
              <a:buAutoNum type="arabicParenR"/>
            </a:pPr>
            <a:r>
              <a:rPr lang="en-US" sz="2400" b="1" strike="noStrike" spc="-1">
                <a:solidFill>
                  <a:srgbClr val="2C3E50"/>
                </a:solidFill>
                <a:latin typeface="Source Sans Pro Semibold"/>
              </a:rPr>
              <a:t>Dopunjavanje: Može dodati ili dopuniti vašu verbalnu poruku. Kao šef, ako pored pohvale potapšete zaposlenog po leđima, to može povećati uticaj vaše poruke</a:t>
            </a:r>
          </a:p>
          <a:p>
            <a:pPr marL="432000" indent="-324000">
              <a:spcAft>
                <a:spcPts val="1057"/>
              </a:spcAft>
              <a:buClr>
                <a:srgbClr val="2C3E50"/>
              </a:buClr>
              <a:buFont typeface="StarSymbol"/>
              <a:buAutoNum type="arabicParenR"/>
            </a:pPr>
            <a:r>
              <a:rPr lang="en-US" sz="2400" b="1" strike="noStrike" spc="-1">
                <a:solidFill>
                  <a:srgbClr val="2C3E50"/>
                </a:solidFill>
                <a:latin typeface="Source Sans Pro Semibold"/>
              </a:rPr>
              <a:t>Naglasak: Može naglasiti ili podvući verbalnu poruku</a:t>
            </a: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ZNAČAJ NEVERBALNE KOMUNIKACIJE</a:t>
            </a:r>
          </a:p>
        </p:txBody>
      </p:sp>
      <p:sp>
        <p:nvSpPr>
          <p:cNvPr id="192" name="PlaceHolder 2"/>
          <p:cNvSpPr>
            <a:spLocks noGrp="1"/>
          </p:cNvSpPr>
          <p:nvPr>
            <p:ph/>
          </p:nvPr>
        </p:nvSpPr>
        <p:spPr>
          <a:xfrm>
            <a:off x="360000" y="1485000"/>
            <a:ext cx="4567320" cy="3780000"/>
          </a:xfrm>
          <a:prstGeom prst="rect">
            <a:avLst/>
          </a:prstGeom>
          <a:noFill/>
          <a:ln w="0">
            <a:noFill/>
          </a:ln>
        </p:spPr>
        <p:txBody>
          <a:bodyPr lIns="0" tIns="0" rIns="0" bIns="0" anchor="t">
            <a:normAutofit fontScale="86000" lnSpcReduction="10000"/>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Značaj neverbalne komunikacije je procentualno veliki u smislu kompletne poruke koju šaljemo drugoj osobi. Samo 7% poruke koju želimo da prenesemo otpada na sadržaj ( reči ), 38% odnosi se na boju glasa i ton glasa, kojima najlakše možemo preneti emociju, a čak 55% nose neverbalni signali: pokreti lica, gestovi, položaji i pokreti različitih delova tela, jednom rečju govor tela</a:t>
            </a:r>
          </a:p>
        </p:txBody>
      </p:sp>
      <p:pic>
        <p:nvPicPr>
          <p:cNvPr id="193" name="Picture 192"/>
          <p:cNvPicPr/>
          <p:nvPr/>
        </p:nvPicPr>
        <p:blipFill>
          <a:blip r:embed="rId2"/>
          <a:stretch/>
        </p:blipFill>
        <p:spPr>
          <a:xfrm>
            <a:off x="4927320" y="1371600"/>
            <a:ext cx="4902480" cy="3657600"/>
          </a:xfrm>
          <a:prstGeom prst="rect">
            <a:avLst/>
          </a:prstGeom>
          <a:ln w="10800">
            <a:noFill/>
          </a:ln>
        </p:spPr>
      </p:pic>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ZNAČAJ NEVERBALNE KOMUNIKACIJE</a:t>
            </a:r>
          </a:p>
        </p:txBody>
      </p:sp>
      <p:sp>
        <p:nvSpPr>
          <p:cNvPr id="195" name="PlaceHolder 2"/>
          <p:cNvSpPr>
            <a:spLocks noGrp="1"/>
          </p:cNvSpPr>
          <p:nvPr>
            <p:ph/>
          </p:nvPr>
        </p:nvSpPr>
        <p:spPr>
          <a:xfrm>
            <a:off x="360000" y="1485000"/>
            <a:ext cx="9360000" cy="3780000"/>
          </a:xfrm>
          <a:prstGeom prst="rect">
            <a:avLst/>
          </a:prstGeom>
          <a:noFill/>
          <a:ln w="0">
            <a:noFill/>
          </a:ln>
        </p:spPr>
        <p:txBody>
          <a:bodyPr lIns="0" tIns="0" rIns="0" bIns="0" anchor="t">
            <a:normAutofit/>
          </a:bodyPr>
          <a:lstStyle/>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Vaši neverbalni komunikacijski znaci, način na koji slušate, gledate, krećete se i reagujete, govore osobi sa kojom komunicirate da li vam je stalo ili ne, da li ste iskreni i koliko dobro slušate. Kada se vaši neverbalni signali poklope sa rečima koje izgovarate, oni povećavaju poverenje, jasnoću i odnos. Kada to ne čine, mogu stvoriti napetost, nepoverenje i konfuziju.</a:t>
            </a: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Ako želite da postanete bolji komunikator, važno je da postanete osetljiviji ne samo na govor tela i neverbalne znakove drugih, već i na svoje.</a:t>
            </a: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RAZLIKA IZMEDJU VERBALNE I NEVERBALNE KOMUNIKACIJE</a:t>
            </a:r>
          </a:p>
        </p:txBody>
      </p:sp>
      <p:sp>
        <p:nvSpPr>
          <p:cNvPr id="197" name="PlaceHolder 2"/>
          <p:cNvSpPr>
            <a:spLocks noGrp="1"/>
          </p:cNvSpPr>
          <p:nvPr>
            <p:ph/>
          </p:nvPr>
        </p:nvSpPr>
        <p:spPr>
          <a:xfrm>
            <a:off x="360000" y="1485000"/>
            <a:ext cx="9360000" cy="3780000"/>
          </a:xfrm>
          <a:prstGeom prst="rect">
            <a:avLst/>
          </a:prstGeom>
          <a:noFill/>
          <a:ln w="0">
            <a:noFill/>
          </a:ln>
        </p:spPr>
        <p:txBody>
          <a:bodyPr lIns="0" tIns="0" rIns="0" bIns="0" anchor="t">
            <a:normAutofit/>
          </a:bodyPr>
          <a:lstStyle/>
          <a:p>
            <a:pPr marL="432000" indent="-324000" algn="ctr">
              <a:spcAft>
                <a:spcPts val="1057"/>
              </a:spcAft>
              <a:buClr>
                <a:srgbClr val="2C3E50"/>
              </a:buClr>
              <a:buSzPct val="45000"/>
              <a:buFont typeface="Wingdings" charset="2"/>
              <a:buChar char=""/>
            </a:pPr>
            <a:r>
              <a:rPr lang="en-US" sz="2400" b="1" strike="noStrike" spc="-1">
                <a:solidFill>
                  <a:srgbClr val="2C3E50"/>
                </a:solidFill>
                <a:latin typeface="Source Sans Pro Semibold"/>
              </a:rPr>
              <a:t>Medijum komunikacije:</a:t>
            </a:r>
          </a:p>
          <a:p>
            <a:pPr marL="432000" indent="-324000" algn="ctr">
              <a:spcAft>
                <a:spcPts val="1057"/>
              </a:spcAft>
              <a:buClr>
                <a:srgbClr val="2C3E50"/>
              </a:buClr>
              <a:buSzPct val="45000"/>
              <a:buFont typeface="Wingdings" charset="2"/>
              <a:buChar char=""/>
            </a:pPr>
            <a:endParaRPr lang="en-US" sz="2400" b="1" strike="noStrike" spc="-1">
              <a:solidFill>
                <a:srgbClr val="2C3E50"/>
              </a:solidFill>
              <a:latin typeface="Source Sans Pro Semibold"/>
            </a:endParaRP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Verbalna komunikacija koristi jezik, reči, rečenice i glas kao medij komunikacije</a:t>
            </a:r>
          </a:p>
          <a:p>
            <a:pPr marL="432000" indent="-324000">
              <a:spcAft>
                <a:spcPts val="1057"/>
              </a:spcAft>
              <a:buClr>
                <a:srgbClr val="2C3E50"/>
              </a:buClr>
              <a:buSzPct val="45000"/>
              <a:buFont typeface="Wingdings" charset="2"/>
              <a:buChar char=""/>
            </a:pPr>
            <a:endParaRPr lang="en-US" sz="2400" b="1" strike="noStrike" spc="-1">
              <a:solidFill>
                <a:srgbClr val="2C3E50"/>
              </a:solidFill>
              <a:latin typeface="Source Sans Pro Semibold"/>
            </a:endParaRP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Neverbalna komunikacija koristi govor tela, izraze lica, ton i pauze u govoru kao medij komunikacije</a:t>
            </a: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RAZLIKA IZMEDJU VERBALNE I NEVERBALNE KOMUNIKACIJE</a:t>
            </a:r>
          </a:p>
        </p:txBody>
      </p:sp>
      <p:sp>
        <p:nvSpPr>
          <p:cNvPr id="199" name="PlaceHolder 2"/>
          <p:cNvSpPr>
            <a:spLocks noGrp="1"/>
          </p:cNvSpPr>
          <p:nvPr>
            <p:ph/>
          </p:nvPr>
        </p:nvSpPr>
        <p:spPr>
          <a:xfrm>
            <a:off x="360000" y="1485000"/>
            <a:ext cx="9360000" cy="3780000"/>
          </a:xfrm>
          <a:prstGeom prst="rect">
            <a:avLst/>
          </a:prstGeom>
          <a:noFill/>
          <a:ln w="0">
            <a:noFill/>
          </a:ln>
        </p:spPr>
        <p:txBody>
          <a:bodyPr lIns="0" tIns="0" rIns="0" bIns="0" anchor="t">
            <a:normAutofit/>
          </a:bodyPr>
          <a:lstStyle/>
          <a:p>
            <a:pPr marL="432000" indent="-324000" algn="ctr">
              <a:spcAft>
                <a:spcPts val="1057"/>
              </a:spcAft>
              <a:buClr>
                <a:srgbClr val="2C3E50"/>
              </a:buClr>
              <a:buSzPct val="45000"/>
              <a:buFont typeface="Wingdings" charset="2"/>
              <a:buChar char=""/>
            </a:pPr>
            <a:r>
              <a:rPr lang="en-US" sz="2400" b="1" strike="noStrike" spc="-1">
                <a:solidFill>
                  <a:srgbClr val="2C3E50"/>
                </a:solidFill>
                <a:latin typeface="Source Sans Pro Semibold"/>
              </a:rPr>
              <a:t>Kanali komunikacije:</a:t>
            </a:r>
          </a:p>
          <a:p>
            <a:pPr marL="432000" indent="-324000" algn="ctr">
              <a:spcAft>
                <a:spcPts val="1057"/>
              </a:spcAft>
              <a:buClr>
                <a:srgbClr val="2C3E50"/>
              </a:buClr>
              <a:buSzPct val="45000"/>
              <a:buFont typeface="Wingdings" charset="2"/>
              <a:buChar char=""/>
            </a:pPr>
            <a:endParaRPr lang="en-US" sz="2400" b="1" strike="noStrike" spc="-1">
              <a:solidFill>
                <a:srgbClr val="2C3E50"/>
              </a:solidFill>
              <a:latin typeface="Source Sans Pro Semibold"/>
            </a:endParaRP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Verbalna komunikacija koristi jedan kanal komunikacije, ljudski glas, koji govori jednu po jednu reč</a:t>
            </a:r>
          </a:p>
          <a:p>
            <a:pPr marL="432000" indent="-324000">
              <a:spcAft>
                <a:spcPts val="1057"/>
              </a:spcAft>
              <a:buClr>
                <a:srgbClr val="2C3E50"/>
              </a:buClr>
              <a:buSzPct val="45000"/>
              <a:buFont typeface="Wingdings" charset="2"/>
              <a:buChar char=""/>
            </a:pPr>
            <a:endParaRPr lang="en-US" sz="2400" b="1" strike="noStrike" spc="-1">
              <a:solidFill>
                <a:srgbClr val="2C3E50"/>
              </a:solidFill>
              <a:latin typeface="Source Sans Pro Semibold"/>
            </a:endParaRP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Neverbalna komunikacija koristi više kanala komunikacije uključujući celo telo, izraze lica i ton glasa</a:t>
            </a: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RAZLIKA IZMEDJU VERBALNE I NEVERBALNE KOMUNIKACIJE</a:t>
            </a:r>
          </a:p>
        </p:txBody>
      </p:sp>
      <p:sp>
        <p:nvSpPr>
          <p:cNvPr id="201" name="PlaceHolder 2"/>
          <p:cNvSpPr>
            <a:spLocks noGrp="1"/>
          </p:cNvSpPr>
          <p:nvPr>
            <p:ph/>
          </p:nvPr>
        </p:nvSpPr>
        <p:spPr>
          <a:xfrm>
            <a:off x="360000" y="1485000"/>
            <a:ext cx="9360000" cy="3780000"/>
          </a:xfrm>
          <a:prstGeom prst="rect">
            <a:avLst/>
          </a:prstGeom>
          <a:noFill/>
          <a:ln w="0">
            <a:noFill/>
          </a:ln>
        </p:spPr>
        <p:txBody>
          <a:bodyPr lIns="0" tIns="0" rIns="0" bIns="0" anchor="t">
            <a:normAutofit fontScale="95000"/>
          </a:bodyPr>
          <a:lstStyle/>
          <a:p>
            <a:pPr marL="432000" indent="-324000" algn="ctr">
              <a:spcAft>
                <a:spcPts val="1057"/>
              </a:spcAft>
              <a:buClr>
                <a:srgbClr val="2C3E50"/>
              </a:buClr>
              <a:buSzPct val="45000"/>
              <a:buFont typeface="Wingdings" charset="2"/>
              <a:buChar char=""/>
            </a:pPr>
            <a:r>
              <a:rPr lang="en-US" sz="2400" b="1" strike="noStrike" spc="-1">
                <a:solidFill>
                  <a:srgbClr val="2C3E50"/>
                </a:solidFill>
                <a:latin typeface="Source Sans Pro Semibold"/>
              </a:rPr>
              <a:t>Primeri komunikacije:</a:t>
            </a:r>
          </a:p>
          <a:p>
            <a:pPr marL="432000" indent="-324000" algn="ctr">
              <a:spcAft>
                <a:spcPts val="1057"/>
              </a:spcAft>
              <a:buClr>
                <a:srgbClr val="2C3E50"/>
              </a:buClr>
              <a:buSzPct val="45000"/>
              <a:buFont typeface="Wingdings" charset="2"/>
              <a:buChar char=""/>
            </a:pPr>
            <a:endParaRPr lang="en-US" sz="2400" b="1" strike="noStrike" spc="-1">
              <a:solidFill>
                <a:srgbClr val="2C3E50"/>
              </a:solidFill>
              <a:latin typeface="Source Sans Pro Semibold"/>
            </a:endParaRP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Verbalna komunikacija se može odvijati preko telefonskog poziva, u razgovoru licem u lice, preko zvučnika, putem audio snimaka i tako dalje</a:t>
            </a:r>
          </a:p>
          <a:p>
            <a:pPr marL="432000" indent="-324000">
              <a:spcAft>
                <a:spcPts val="1057"/>
              </a:spcAft>
              <a:buClr>
                <a:srgbClr val="2C3E50"/>
              </a:buClr>
              <a:buSzPct val="45000"/>
              <a:buFont typeface="Wingdings" charset="2"/>
              <a:buChar char=""/>
            </a:pPr>
            <a:endParaRPr lang="en-US" sz="2400" b="1" strike="noStrike" spc="-1">
              <a:solidFill>
                <a:srgbClr val="2C3E50"/>
              </a:solidFill>
              <a:latin typeface="Source Sans Pro Semibold"/>
            </a:endParaRP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Do neverbalne komunikacije može doći samo kada sve strane u razgovoru mogu da se vide. Ovo im pomaže da pravilno razumeju šta neverbalno komuniciraju</a:t>
            </a: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RAZLIKA IZMEDJU VERBALNE I NEVERBALNE KOMUNIKACIJE</a:t>
            </a:r>
          </a:p>
        </p:txBody>
      </p:sp>
      <p:sp>
        <p:nvSpPr>
          <p:cNvPr id="203" name="PlaceHolder 2"/>
          <p:cNvSpPr>
            <a:spLocks noGrp="1"/>
          </p:cNvSpPr>
          <p:nvPr>
            <p:ph/>
          </p:nvPr>
        </p:nvSpPr>
        <p:spPr>
          <a:xfrm>
            <a:off x="360000" y="1485000"/>
            <a:ext cx="9360000" cy="3780000"/>
          </a:xfrm>
          <a:prstGeom prst="rect">
            <a:avLst/>
          </a:prstGeom>
          <a:noFill/>
          <a:ln w="0">
            <a:noFill/>
          </a:ln>
        </p:spPr>
        <p:txBody>
          <a:bodyPr lIns="0" tIns="0" rIns="0" bIns="0" anchor="t">
            <a:normAutofit fontScale="85500" lnSpcReduction="20000"/>
          </a:bodyPr>
          <a:lstStyle/>
          <a:p>
            <a:pPr marL="432000" indent="-324000" algn="ctr">
              <a:spcAft>
                <a:spcPts val="1057"/>
              </a:spcAft>
              <a:buClr>
                <a:srgbClr val="2C3E50"/>
              </a:buClr>
              <a:buSzPct val="45000"/>
              <a:buFont typeface="Wingdings" charset="2"/>
              <a:buChar char=""/>
            </a:pPr>
            <a:r>
              <a:rPr lang="en-US" sz="2400" b="1" strike="noStrike" spc="-1" dirty="0" err="1">
                <a:solidFill>
                  <a:srgbClr val="2C3E50"/>
                </a:solidFill>
                <a:latin typeface="Source Sans Pro Semibold"/>
              </a:rPr>
              <a:t>Način</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komunikacije</a:t>
            </a:r>
            <a:r>
              <a:rPr lang="en-US" sz="2400" b="1" strike="noStrike" spc="-1" dirty="0">
                <a:solidFill>
                  <a:srgbClr val="2C3E50"/>
                </a:solidFill>
                <a:latin typeface="Source Sans Pro Semibold"/>
              </a:rPr>
              <a:t>:</a:t>
            </a:r>
          </a:p>
          <a:p>
            <a:pPr marL="432000" indent="-324000" algn="ctr">
              <a:spcAft>
                <a:spcPts val="1057"/>
              </a:spcAft>
              <a:buClr>
                <a:srgbClr val="2C3E50"/>
              </a:buClr>
              <a:buSzPct val="45000"/>
              <a:buFont typeface="Wingdings" charset="2"/>
              <a:buChar char=""/>
            </a:pPr>
            <a:endParaRPr lang="en-US" sz="2400" b="1" strike="noStrike" spc="-1" dirty="0">
              <a:solidFill>
                <a:srgbClr val="2C3E50"/>
              </a:solidFill>
              <a:latin typeface="Source Sans Pro Semibold"/>
            </a:endParaRPr>
          </a:p>
          <a:p>
            <a:pPr marL="432000" indent="-324000">
              <a:spcAft>
                <a:spcPts val="1057"/>
              </a:spcAft>
              <a:buClr>
                <a:srgbClr val="2C3E50"/>
              </a:buClr>
              <a:buSzPct val="45000"/>
              <a:buFont typeface="Wingdings" charset="2"/>
              <a:buChar char=""/>
            </a:pPr>
            <a:r>
              <a:rPr lang="en-US" sz="2400" b="1" strike="noStrike" spc="-1" dirty="0" err="1">
                <a:solidFill>
                  <a:srgbClr val="2C3E50"/>
                </a:solidFill>
                <a:latin typeface="Source Sans Pro Semibold"/>
              </a:rPr>
              <a:t>Verbalna</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komunikacija</a:t>
            </a:r>
            <a:r>
              <a:rPr lang="en-US" sz="2400" b="1" strike="noStrike" spc="-1" dirty="0">
                <a:solidFill>
                  <a:srgbClr val="2C3E50"/>
                </a:solidFill>
                <a:latin typeface="Source Sans Pro Semibold"/>
              </a:rPr>
              <a:t> je </a:t>
            </a:r>
            <a:r>
              <a:rPr lang="en-US" sz="2400" b="1" strike="noStrike" spc="-1" dirty="0" err="1">
                <a:solidFill>
                  <a:srgbClr val="2C3E50"/>
                </a:solidFill>
                <a:latin typeface="Source Sans Pro Semibold"/>
              </a:rPr>
              <a:t>linearna</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i</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dobrovoljna</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Krenete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da</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kažete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nešto</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saberete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svoje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misli</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formirate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svoje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rečenice</a:t>
            </a:r>
            <a:r>
              <a:rPr lang="en-US" sz="2400" b="1" strike="noStrike" spc="-1" dirty="0">
                <a:solidFill>
                  <a:srgbClr val="2C3E50"/>
                </a:solidFill>
                <a:latin typeface="Source Sans Pro Semibold"/>
              </a:rPr>
              <a:t>, a </a:t>
            </a:r>
            <a:r>
              <a:rPr lang="en-US" sz="2400" b="1" strike="noStrike" spc="-1" dirty="0" err="1">
                <a:solidFill>
                  <a:srgbClr val="2C3E50"/>
                </a:solidFill>
                <a:latin typeface="Source Sans Pro Semibold"/>
              </a:rPr>
              <a:t>zatim</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počnete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da</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prenosite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svoju</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poruku</a:t>
            </a:r>
            <a:r>
              <a:rPr lang="en-US" sz="2400" b="1" strike="noStrike" spc="-1" dirty="0">
                <a:solidFill>
                  <a:srgbClr val="2C3E50"/>
                </a:solidFill>
                <a:latin typeface="Source Sans Pro Semibold"/>
              </a:rPr>
              <a:t>. To je </a:t>
            </a:r>
            <a:r>
              <a:rPr lang="en-US" sz="2400" b="1" strike="noStrike" spc="-1" dirty="0" err="1">
                <a:solidFill>
                  <a:srgbClr val="2C3E50"/>
                </a:solidFill>
                <a:latin typeface="Source Sans Pro Semibold"/>
              </a:rPr>
              <a:t>dobro</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osmišljen</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proces</a:t>
            </a:r>
            <a:r>
              <a:rPr lang="en-US" sz="2400" b="1" strike="noStrike" spc="-1" dirty="0">
                <a:solidFill>
                  <a:srgbClr val="2C3E50"/>
                </a:solidFill>
                <a:latin typeface="Source Sans Pro Semibold"/>
              </a:rPr>
              <a:t> u </a:t>
            </a:r>
            <a:r>
              <a:rPr lang="en-US" sz="2400" b="1" strike="noStrike" spc="-1" dirty="0" err="1">
                <a:solidFill>
                  <a:srgbClr val="2C3E50"/>
                </a:solidFill>
                <a:latin typeface="Source Sans Pro Semibold"/>
              </a:rPr>
              <a:t>kome</a:t>
            </a:r>
            <a:r>
              <a:rPr lang="en-US" sz="2400" b="1" strike="noStrike" spc="-1" dirty="0">
                <a:solidFill>
                  <a:srgbClr val="2C3E50"/>
                </a:solidFill>
                <a:latin typeface="Source Sans Pro Semibold"/>
              </a:rPr>
              <a:t> se </a:t>
            </a:r>
            <a:r>
              <a:rPr lang="en-US" sz="2400" b="1" strike="noStrike" spc="-1" dirty="0" err="1">
                <a:solidFill>
                  <a:srgbClr val="2C3E50"/>
                </a:solidFill>
                <a:latin typeface="Source Sans Pro Semibold"/>
              </a:rPr>
              <a:t>govornik</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fokusira</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na</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efikasno</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prenošenje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svoje</a:t>
            </a:r>
            <a:r>
              <a:rPr lang="en-US" sz="2400" b="1" strike="noStrike" spc="-1" dirty="0">
                <a:solidFill>
                  <a:srgbClr val="2C3E50"/>
                </a:solidFill>
                <a:latin typeface="Source Sans Pro Semibold"/>
              </a:rPr>
              <a:t> </a:t>
            </a:r>
            <a:r>
              <a:rPr lang="en-US" sz="2400" b="1" strike="noStrike" spc="-1" dirty="0" err="1">
                <a:solidFill>
                  <a:srgbClr val="2C3E50"/>
                </a:solidFill>
                <a:latin typeface="Source Sans Pro Semibold"/>
              </a:rPr>
              <a:t>poruke</a:t>
            </a:r>
            <a:endParaRPr lang="en-US" sz="2400" b="1" strike="noStrike" spc="-1" dirty="0">
              <a:solidFill>
                <a:srgbClr val="2C3E50"/>
              </a:solidFill>
              <a:latin typeface="Source Sans Pro Semibold"/>
            </a:endParaRPr>
          </a:p>
          <a:p>
            <a:pPr marL="432000" indent="-324000">
              <a:spcAft>
                <a:spcPts val="1057"/>
              </a:spcAft>
              <a:buClr>
                <a:srgbClr val="2C3E50"/>
              </a:buClr>
              <a:buSzPct val="45000"/>
              <a:buFont typeface="Wingdings" charset="2"/>
              <a:buChar char=""/>
            </a:pPr>
            <a:endParaRPr lang="en-US" sz="2400" b="1" strike="noStrike" spc="-1" dirty="0">
              <a:solidFill>
                <a:srgbClr val="2C3E50"/>
              </a:solidFill>
              <a:latin typeface="Source Sans Pro Semibold"/>
            </a:endParaRPr>
          </a:p>
          <a:p>
            <a:pPr marL="432000" indent="-324000">
              <a:spcAft>
                <a:spcPts val="1057"/>
              </a:spcAft>
              <a:buClr>
                <a:srgbClr val="2C3E50"/>
              </a:buClr>
              <a:buSzPct val="45000"/>
              <a:buFont typeface="Wingdings" charset="2"/>
              <a:buChar char=""/>
            </a:pPr>
            <a:r>
              <a:rPr lang="en-US" sz="2400" b="1" strike="noStrike" spc="-1" dirty="0" err="1" smtClean="0">
                <a:solidFill>
                  <a:srgbClr val="2C3E50"/>
                </a:solidFill>
                <a:latin typeface="Source Sans Pro Semibold"/>
              </a:rPr>
              <a:t>Neverbalna</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komunikacija</a:t>
            </a:r>
            <a:r>
              <a:rPr lang="en-US" sz="2400" b="1" strike="noStrike" spc="-1" dirty="0" smtClean="0">
                <a:solidFill>
                  <a:srgbClr val="2C3E50"/>
                </a:solidFill>
                <a:latin typeface="Source Sans Pro Semibold"/>
              </a:rPr>
              <a:t> je </a:t>
            </a:r>
            <a:r>
              <a:rPr lang="en-US" sz="2400" b="1" strike="noStrike" spc="-1" dirty="0" err="1" smtClean="0">
                <a:solidFill>
                  <a:srgbClr val="2C3E50"/>
                </a:solidFill>
                <a:latin typeface="Source Sans Pro Semibold"/>
              </a:rPr>
              <a:t>kontinuiran</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proces</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Nije</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dobro</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osmišljeno</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i</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uglavnom</a:t>
            </a:r>
            <a:r>
              <a:rPr lang="en-US" sz="2400" b="1" strike="noStrike" spc="-1" dirty="0" smtClean="0">
                <a:solidFill>
                  <a:srgbClr val="2C3E50"/>
                </a:solidFill>
                <a:latin typeface="Source Sans Pro Semibold"/>
              </a:rPr>
              <a:t> je </a:t>
            </a:r>
            <a:r>
              <a:rPr lang="en-US" sz="2400" b="1" strike="noStrike" spc="-1" dirty="0" err="1" smtClean="0">
                <a:solidFill>
                  <a:srgbClr val="2C3E50"/>
                </a:solidFill>
                <a:latin typeface="Source Sans Pro Semibold"/>
              </a:rPr>
              <a:t>nenamerno</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iako</a:t>
            </a:r>
            <a:r>
              <a:rPr lang="en-US" sz="2400" b="1" strike="noStrike" spc="-1" dirty="0" smtClean="0">
                <a:solidFill>
                  <a:srgbClr val="2C3E50"/>
                </a:solidFill>
                <a:latin typeface="Source Sans Pro Semibold"/>
              </a:rPr>
              <a:t> se </a:t>
            </a:r>
            <a:r>
              <a:rPr lang="en-US" sz="2400" b="1" strike="noStrike" spc="-1" dirty="0" err="1" smtClean="0">
                <a:solidFill>
                  <a:srgbClr val="2C3E50"/>
                </a:solidFill>
                <a:latin typeface="Source Sans Pro Semibold"/>
              </a:rPr>
              <a:t>možete</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obučiti</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da</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ga</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svrsishodnije</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koristite</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Za</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razliku</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od</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verbalne</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komunikacije</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neverbalna</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komunikacija</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nije</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linearna</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Više</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zavisi</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od</a:t>
            </a:r>
            <a:r>
              <a:rPr lang="en-US" sz="2400" b="1" strike="noStrike" spc="-1" dirty="0" smtClean="0">
                <a:solidFill>
                  <a:srgbClr val="2C3E50"/>
                </a:solidFill>
                <a:latin typeface="Source Sans Pro Semibold"/>
              </a:rPr>
              <a:t> toga </a:t>
            </a:r>
            <a:r>
              <a:rPr lang="en-US" sz="2400" b="1" strike="noStrike" spc="-1" dirty="0" err="1" smtClean="0">
                <a:solidFill>
                  <a:srgbClr val="2C3E50"/>
                </a:solidFill>
                <a:latin typeface="Source Sans Pro Semibold"/>
              </a:rPr>
              <a:t>kako</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neko</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koristi</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govor</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tela</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i</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druge</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znakove</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da</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odgovori</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na</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spoljašnje</a:t>
            </a:r>
            <a:r>
              <a:rPr lang="en-US" sz="2400" b="1" strike="noStrike" spc="-1" dirty="0" smtClean="0">
                <a:solidFill>
                  <a:srgbClr val="2C3E50"/>
                </a:solidFill>
                <a:latin typeface="Source Sans Pro Semibold"/>
              </a:rPr>
              <a:t> </a:t>
            </a:r>
            <a:r>
              <a:rPr lang="en-US" sz="2400" b="1" strike="noStrike" spc="-1" dirty="0" err="1" smtClean="0">
                <a:solidFill>
                  <a:srgbClr val="2C3E50"/>
                </a:solidFill>
                <a:latin typeface="Source Sans Pro Semibold"/>
              </a:rPr>
              <a:t>stimuluse</a:t>
            </a:r>
            <a:endParaRPr lang="en-US" sz="2400" b="1" strike="noStrike" spc="-1" dirty="0">
              <a:solidFill>
                <a:srgbClr val="2C3E50"/>
              </a:solidFill>
              <a:latin typeface="Source Sans Pro Semibold"/>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360000" y="225720"/>
            <a:ext cx="9360000" cy="718920"/>
          </a:xfrm>
          <a:prstGeom prst="rect">
            <a:avLst/>
          </a:prstGeom>
          <a:noFill/>
          <a:ln w="0">
            <a:noFill/>
          </a:ln>
        </p:spPr>
        <p:txBody>
          <a:bodyPr lIns="0" tIns="0" rIns="0" bIns="0" anchor="ctr">
            <a:noAutofit/>
          </a:bodyPr>
          <a:lstStyle/>
          <a:p>
            <a:r>
              <a:rPr lang="en-US" sz="2700" b="1" strike="noStrike" spc="-1">
                <a:solidFill>
                  <a:srgbClr val="FFFFFF"/>
                </a:solidFill>
                <a:latin typeface="Source Sans Pro Black"/>
              </a:rPr>
              <a:t>RAZLIKA IZMEDJU VERBALNE I NEVERBALNE KOMUNIKACIJE</a:t>
            </a:r>
          </a:p>
        </p:txBody>
      </p:sp>
      <p:sp>
        <p:nvSpPr>
          <p:cNvPr id="205" name="PlaceHolder 2"/>
          <p:cNvSpPr>
            <a:spLocks noGrp="1"/>
          </p:cNvSpPr>
          <p:nvPr>
            <p:ph/>
          </p:nvPr>
        </p:nvSpPr>
        <p:spPr>
          <a:xfrm>
            <a:off x="360000" y="1485000"/>
            <a:ext cx="9360000" cy="3780000"/>
          </a:xfrm>
          <a:prstGeom prst="rect">
            <a:avLst/>
          </a:prstGeom>
          <a:noFill/>
          <a:ln w="0">
            <a:noFill/>
          </a:ln>
        </p:spPr>
        <p:txBody>
          <a:bodyPr lIns="0" tIns="0" rIns="0" bIns="0" anchor="t">
            <a:normAutofit fontScale="96500" lnSpcReduction="10000"/>
          </a:bodyPr>
          <a:lstStyle/>
          <a:p>
            <a:pPr marL="432000" indent="-324000" algn="ctr">
              <a:spcAft>
                <a:spcPts val="1057"/>
              </a:spcAft>
              <a:buClr>
                <a:srgbClr val="2C3E50"/>
              </a:buClr>
              <a:buSzPct val="45000"/>
              <a:buFont typeface="Wingdings" charset="2"/>
              <a:buChar char=""/>
            </a:pPr>
            <a:r>
              <a:rPr lang="en-US" sz="2400" b="1" strike="noStrike" spc="-1">
                <a:solidFill>
                  <a:srgbClr val="2C3E50"/>
                </a:solidFill>
                <a:latin typeface="Source Sans Pro Semibold"/>
              </a:rPr>
              <a:t>Dekodiranje komunikacije:</a:t>
            </a:r>
          </a:p>
          <a:p>
            <a:pPr marL="432000" indent="-324000" algn="ctr">
              <a:spcAft>
                <a:spcPts val="1057"/>
              </a:spcAft>
              <a:buClr>
                <a:srgbClr val="2C3E50"/>
              </a:buClr>
              <a:buSzPct val="45000"/>
              <a:buFont typeface="Wingdings" charset="2"/>
              <a:buChar char=""/>
            </a:pPr>
            <a:endParaRPr lang="en-US" sz="2400" b="1" strike="noStrike" spc="-1">
              <a:solidFill>
                <a:srgbClr val="2C3E50"/>
              </a:solidFill>
              <a:latin typeface="Source Sans Pro Semibold"/>
            </a:endParaRP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Verbalnu komunikaciju je prilično lako dekodirati ako razumete jezik i reči koje se koriste. Kada pažljivo obratite pažnju na osobu koja govori, razumećete šta ona govori</a:t>
            </a:r>
          </a:p>
          <a:p>
            <a:pPr marL="432000" indent="-324000">
              <a:spcAft>
                <a:spcPts val="1057"/>
              </a:spcAft>
              <a:buClr>
                <a:srgbClr val="2C3E50"/>
              </a:buClr>
              <a:buSzPct val="45000"/>
              <a:buFont typeface="Wingdings" charset="2"/>
              <a:buChar char=""/>
            </a:pPr>
            <a:endParaRPr lang="en-US" sz="2400" b="1" strike="noStrike" spc="-1">
              <a:solidFill>
                <a:srgbClr val="2C3E50"/>
              </a:solidFill>
              <a:latin typeface="Source Sans Pro Semibold"/>
            </a:endParaRPr>
          </a:p>
          <a:p>
            <a:pPr marL="432000" indent="-324000">
              <a:spcAft>
                <a:spcPts val="1057"/>
              </a:spcAft>
              <a:buClr>
                <a:srgbClr val="2C3E50"/>
              </a:buClr>
              <a:buSzPct val="45000"/>
              <a:buFont typeface="Wingdings" charset="2"/>
              <a:buChar char=""/>
            </a:pPr>
            <a:r>
              <a:rPr lang="en-US" sz="2400" b="1" strike="noStrike" spc="-1">
                <a:solidFill>
                  <a:srgbClr val="2C3E50"/>
                </a:solidFill>
                <a:latin typeface="Source Sans Pro Semibold"/>
              </a:rPr>
              <a:t>Neverbalnu komunikaciju je malo teže dekodirati od verbalne komunikacije. Morate obratiti pažnju na mnoge faktore, uključujući govor tela govornika, izraze lica i ton da biste dekodirali ono što druga osoba pokušava da prenese</a:t>
            </a: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2700000" y="1440000"/>
            <a:ext cx="4680000" cy="1620000"/>
          </a:xfrm>
          <a:prstGeom prst="rect">
            <a:avLst/>
          </a:prstGeom>
          <a:noFill/>
          <a:ln w="0">
            <a:noFill/>
          </a:ln>
        </p:spPr>
        <p:txBody>
          <a:bodyPr lIns="0" tIns="0" rIns="0" bIns="0" anchor="ctr" anchorCtr="1">
            <a:noAutofit/>
          </a:bodyPr>
          <a:lstStyle/>
          <a:p>
            <a:pPr algn="ctr">
              <a:buNone/>
            </a:pPr>
            <a:r>
              <a:rPr lang="en-US" sz="3200" b="1" strike="noStrike" spc="-1">
                <a:solidFill>
                  <a:srgbClr val="2C3E50"/>
                </a:solidFill>
                <a:latin typeface="Source Sans Pro Black"/>
              </a:rPr>
              <a:t>HVALA NA PAŽNJI!</a:t>
            </a:r>
            <a:r>
              <a:t/>
            </a:r>
            <a:br/>
            <a:r>
              <a:rPr lang="en-US" sz="2400" b="1" strike="noStrike" spc="-1">
                <a:solidFill>
                  <a:srgbClr val="2C3E50"/>
                </a:solidFill>
                <a:latin typeface="Source Sans Pro Black"/>
              </a:rPr>
              <a:t>Ima li pitanja?</a:t>
            </a: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TotalTime>
  <Words>1720</Words>
  <Application>LibreOffice/7.2.7.2$Windows_X86_64 LibreOffice_project/8d71d29d553c0f7dcbfa38fbfda25ee34cce99a2</Application>
  <PresentationFormat>Custom</PresentationFormat>
  <Paragraphs>125</Paragraphs>
  <Slides>29</Slides>
  <Notes>0</Notes>
  <HiddenSlides>0</HiddenSlides>
  <MMClips>0</MMClips>
  <ScaleCrop>false</ScaleCrop>
  <HeadingPairs>
    <vt:vector size="4" baseType="variant">
      <vt:variant>
        <vt:lpstr>Theme</vt:lpstr>
      </vt:variant>
      <vt:variant>
        <vt:i4>3</vt:i4>
      </vt:variant>
      <vt:variant>
        <vt:lpstr>Slide Titles</vt:lpstr>
      </vt:variant>
      <vt:variant>
        <vt:i4>29</vt:i4>
      </vt:variant>
    </vt:vector>
  </HeadingPairs>
  <TitlesOfParts>
    <vt:vector size="32" baseType="lpstr">
      <vt:lpstr>Office Theme</vt:lpstr>
      <vt:lpstr>Office Theme</vt:lpstr>
      <vt:lpstr>Office Theme</vt:lpstr>
      <vt:lpstr>NEVERBALNA KOMUNIKACIJA SA IMPLIKACIJAMA OVE VRSTE KOMUNIKACIJE NA KOMUNIKACIJU</vt:lpstr>
      <vt:lpstr>SADRŽAJ</vt:lpstr>
      <vt:lpstr>ŠTA JE KOMUNIKACIJA?</vt:lpstr>
      <vt:lpstr>ŠTA JE KOMUNIKACIJA?</vt:lpstr>
      <vt:lpstr>KATEGORIJE KOMUNIKACIJE</vt:lpstr>
      <vt:lpstr>ULOGA KOMUNIKACIJE</vt:lpstr>
      <vt:lpstr>ULOGA KOMUNIKACIJE</vt:lpstr>
      <vt:lpstr>VAŽNOST KOMUNIKACIJE</vt:lpstr>
      <vt:lpstr>VAŽNOST KOMUNIKACIJE</vt:lpstr>
      <vt:lpstr>VAŽNOST KOMUNIKACIJE</vt:lpstr>
      <vt:lpstr>VERBALNA KOMUNIKACIJA</vt:lpstr>
      <vt:lpstr>VERBALNA KOMUNIKACIJA</vt:lpstr>
      <vt:lpstr>NEVERBALNA KOMUNIKACIJA</vt:lpstr>
      <vt:lpstr>NEVERBALNA KOMUNIKACIJA</vt:lpstr>
      <vt:lpstr>NEVERBALNA KOMUNIKACIJA</vt:lpstr>
      <vt:lpstr>NEVERBALNA KOMUNIKACIJA</vt:lpstr>
      <vt:lpstr>NEVERBALNA KOMUNIKACIJA</vt:lpstr>
      <vt:lpstr>NEVERBALNA KOMUNIKACIJA</vt:lpstr>
      <vt:lpstr>ULOGA NEVERBALNE KOMUNIKACIJE</vt:lpstr>
      <vt:lpstr>ULOGA NEVERBALNE KOMUNIKACIJE</vt:lpstr>
      <vt:lpstr>ULOGA NEVERBALNE KOMUNIKACIJE</vt:lpstr>
      <vt:lpstr>ZNAČAJ NEVERBALNE KOMUNIKACIJE</vt:lpstr>
      <vt:lpstr>ZNAČAJ NEVERBALNE KOMUNIKACIJE</vt:lpstr>
      <vt:lpstr>RAZLIKA IZMEDJU VERBALNE I NEVERBALNE KOMUNIKACIJE</vt:lpstr>
      <vt:lpstr>RAZLIKA IZMEDJU VERBALNE I NEVERBALNE KOMUNIKACIJE</vt:lpstr>
      <vt:lpstr>RAZLIKA IZMEDJU VERBALNE I NEVERBALNE KOMUNIKACIJE</vt:lpstr>
      <vt:lpstr>RAZLIKA IZMEDJU VERBALNE I NEVERBALNE KOMUNIKACIJE</vt:lpstr>
      <vt:lpstr>RAZLIKA IZMEDJU VERBALNE I NEVERBALNE KOMUNIKACIJE</vt:lpstr>
      <vt:lpstr>HVALA NA PAŽNJI! Ima li pitanja?</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Midnightblue</dc:title>
  <dc:creator>Zackle 99</dc:creator>
  <cp:lastModifiedBy>Zackle 99</cp:lastModifiedBy>
  <cp:revision>4</cp:revision>
  <dcterms:created xsi:type="dcterms:W3CDTF">2022-05-25T18:56:03Z</dcterms:created>
  <dcterms:modified xsi:type="dcterms:W3CDTF">2022-05-25T22:08:22Z</dcterms:modified>
  <dc:language>en-US</dc:language>
</cp:coreProperties>
</file>